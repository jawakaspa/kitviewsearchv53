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257" r:id="rId2"/>
    <p:sldId id="268" r:id="rId3"/>
    <p:sldId id="269" r:id="rId4"/>
    <p:sldId id="258" r:id="rId5"/>
    <p:sldId id="259" r:id="rId6"/>
    <p:sldId id="260" r:id="rId7"/>
    <p:sldId id="261" r:id="rId8"/>
    <p:sldId id="262" r:id="rId9"/>
    <p:sldId id="263" r:id="rId10"/>
    <p:sldId id="265" r:id="rId11"/>
    <p:sldId id="266" r:id="rId12"/>
    <p:sldId id="267" r:id="rId13"/>
    <p:sldId id="270" r:id="rId14"/>
    <p:sldId id="272" r:id="rId15"/>
    <p:sldId id="271"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8" r:id="rId31"/>
    <p:sldId id="297" r:id="rId32"/>
    <p:sldId id="291" r:id="rId33"/>
    <p:sldId id="292" r:id="rId34"/>
    <p:sldId id="293" r:id="rId35"/>
    <p:sldId id="294" r:id="rId36"/>
    <p:sldId id="295" r:id="rId37"/>
    <p:sldId id="296" r:id="rId38"/>
    <p:sldId id="289" r:id="rId39"/>
    <p:sldId id="290" r:id="rId40"/>
    <p:sldId id="287" r:id="rId4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044B4"/>
    <a:srgbClr val="43B9ED"/>
    <a:srgbClr val="F5F5F5"/>
    <a:srgbClr val="7960F4"/>
    <a:srgbClr val="4472C4"/>
    <a:srgbClr val="E7F3FA"/>
    <a:srgbClr val="1E40AF"/>
    <a:srgbClr val="F3F4F6"/>
    <a:srgbClr val="F8F9FA"/>
    <a:srgbClr val="79E7B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43" autoAdjust="0"/>
    <p:restoredTop sz="89852" autoAdjust="0"/>
  </p:normalViewPr>
  <p:slideViewPr>
    <p:cSldViewPr snapToGrid="0">
      <p:cViewPr varScale="1">
        <p:scale>
          <a:sx n="114" d="100"/>
          <a:sy n="114" d="100"/>
        </p:scale>
        <p:origin x="46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724B08-549B-4980-93C0-582CCEF79346}" type="datetimeFigureOut">
              <a:rPr lang="fr-FR" smtClean="0"/>
              <a:t>03/03/2026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13CE32-89E6-49C2-829D-369311BB22FC}" type="slidenum">
              <a:rPr lang="fr-FR" smtClean="0"/>
              <a:t>‹N°›</a:t>
            </a:fld>
            <a:endParaRPr lang="fr-FR"/>
          </a:p>
        </p:txBody>
      </p:sp>
    </p:spTree>
    <p:extLst>
      <p:ext uri="{BB962C8B-B14F-4D97-AF65-F5344CB8AC3E}">
        <p14:creationId xmlns:p14="http://schemas.microsoft.com/office/powerpoint/2010/main" val="16864707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8A13CE32-89E6-49C2-829D-369311BB22FC}" type="slidenum">
              <a:rPr lang="fr-FR" smtClean="0"/>
              <a:t>8</a:t>
            </a:fld>
            <a:endParaRPr lang="fr-FR"/>
          </a:p>
        </p:txBody>
      </p:sp>
    </p:spTree>
    <p:extLst>
      <p:ext uri="{BB962C8B-B14F-4D97-AF65-F5344CB8AC3E}">
        <p14:creationId xmlns:p14="http://schemas.microsoft.com/office/powerpoint/2010/main" val="21867436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8A13CE32-89E6-49C2-829D-369311BB22FC}" type="slidenum">
              <a:rPr lang="fr-FR" smtClean="0"/>
              <a:t>25</a:t>
            </a:fld>
            <a:endParaRPr lang="fr-FR"/>
          </a:p>
        </p:txBody>
      </p:sp>
    </p:spTree>
    <p:extLst>
      <p:ext uri="{BB962C8B-B14F-4D97-AF65-F5344CB8AC3E}">
        <p14:creationId xmlns:p14="http://schemas.microsoft.com/office/powerpoint/2010/main" val="26515694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8A13CE32-89E6-49C2-829D-369311BB22FC}" type="slidenum">
              <a:rPr lang="fr-FR" smtClean="0"/>
              <a:t>26</a:t>
            </a:fld>
            <a:endParaRPr lang="fr-FR"/>
          </a:p>
        </p:txBody>
      </p:sp>
    </p:spTree>
    <p:extLst>
      <p:ext uri="{BB962C8B-B14F-4D97-AF65-F5344CB8AC3E}">
        <p14:creationId xmlns:p14="http://schemas.microsoft.com/office/powerpoint/2010/main" val="31217535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8A13CE32-89E6-49C2-829D-369311BB22FC}" type="slidenum">
              <a:rPr lang="fr-FR" smtClean="0"/>
              <a:t>27</a:t>
            </a:fld>
            <a:endParaRPr lang="fr-FR"/>
          </a:p>
        </p:txBody>
      </p:sp>
    </p:spTree>
    <p:extLst>
      <p:ext uri="{BB962C8B-B14F-4D97-AF65-F5344CB8AC3E}">
        <p14:creationId xmlns:p14="http://schemas.microsoft.com/office/powerpoint/2010/main" val="11066110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8A13CE32-89E6-49C2-829D-369311BB22FC}" type="slidenum">
              <a:rPr lang="fr-FR" smtClean="0"/>
              <a:t>30</a:t>
            </a:fld>
            <a:endParaRPr lang="fr-FR"/>
          </a:p>
        </p:txBody>
      </p:sp>
    </p:spTree>
    <p:extLst>
      <p:ext uri="{BB962C8B-B14F-4D97-AF65-F5344CB8AC3E}">
        <p14:creationId xmlns:p14="http://schemas.microsoft.com/office/powerpoint/2010/main" val="9971991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8A13CE32-89E6-49C2-829D-369311BB22FC}" type="slidenum">
              <a:rPr lang="fr-FR" smtClean="0"/>
              <a:t>31</a:t>
            </a:fld>
            <a:endParaRPr lang="fr-FR"/>
          </a:p>
        </p:txBody>
      </p:sp>
    </p:spTree>
    <p:extLst>
      <p:ext uri="{BB962C8B-B14F-4D97-AF65-F5344CB8AC3E}">
        <p14:creationId xmlns:p14="http://schemas.microsoft.com/office/powerpoint/2010/main" val="41463044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C2A0C07-91D9-EDDB-5388-86F3FBAD2194}"/>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43718487-A4D3-0477-D669-CC475DFBFA7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53841697-66EF-7CF8-3424-88D61EDF3C42}"/>
              </a:ext>
            </a:extLst>
          </p:cNvPr>
          <p:cNvSpPr>
            <a:spLocks noGrp="1"/>
          </p:cNvSpPr>
          <p:nvPr>
            <p:ph type="dt" sz="half" idx="10"/>
          </p:nvPr>
        </p:nvSpPr>
        <p:spPr/>
        <p:txBody>
          <a:bodyPr/>
          <a:lstStyle/>
          <a:p>
            <a:fld id="{4A9014C9-00CC-4514-BD1E-6E607789790B}" type="datetimeFigureOut">
              <a:rPr lang="fr-FR" smtClean="0"/>
              <a:t>03/03/2026</a:t>
            </a:fld>
            <a:endParaRPr lang="fr-FR"/>
          </a:p>
        </p:txBody>
      </p:sp>
      <p:sp>
        <p:nvSpPr>
          <p:cNvPr id="5" name="Espace réservé du pied de page 4">
            <a:extLst>
              <a:ext uri="{FF2B5EF4-FFF2-40B4-BE49-F238E27FC236}">
                <a16:creationId xmlns:a16="http://schemas.microsoft.com/office/drawing/2014/main" id="{6F3EC552-A9C9-945C-C456-9D1B8D2E27F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649306E-5085-292D-44D2-1C341F572172}"/>
              </a:ext>
            </a:extLst>
          </p:cNvPr>
          <p:cNvSpPr>
            <a:spLocks noGrp="1"/>
          </p:cNvSpPr>
          <p:nvPr>
            <p:ph type="sldNum" sz="quarter" idx="12"/>
          </p:nvPr>
        </p:nvSpPr>
        <p:spPr/>
        <p:txBody>
          <a:bodyPr/>
          <a:lstStyle/>
          <a:p>
            <a:fld id="{83D17F7F-E14F-458A-B977-7DDCB7D20CCB}" type="slidenum">
              <a:rPr lang="fr-FR" smtClean="0"/>
              <a:t>‹N°›</a:t>
            </a:fld>
            <a:endParaRPr lang="fr-FR"/>
          </a:p>
        </p:txBody>
      </p:sp>
    </p:spTree>
    <p:extLst>
      <p:ext uri="{BB962C8B-B14F-4D97-AF65-F5344CB8AC3E}">
        <p14:creationId xmlns:p14="http://schemas.microsoft.com/office/powerpoint/2010/main" val="19316809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B6188BC-03D1-3F67-D957-6002F1761F4A}"/>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9ABBF29E-0AC7-94F6-C421-45087C860D5A}"/>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70964CE-D8F6-91D8-952F-79412BF2B309}"/>
              </a:ext>
            </a:extLst>
          </p:cNvPr>
          <p:cNvSpPr>
            <a:spLocks noGrp="1"/>
          </p:cNvSpPr>
          <p:nvPr>
            <p:ph type="dt" sz="half" idx="10"/>
          </p:nvPr>
        </p:nvSpPr>
        <p:spPr/>
        <p:txBody>
          <a:bodyPr/>
          <a:lstStyle/>
          <a:p>
            <a:fld id="{4A9014C9-00CC-4514-BD1E-6E607789790B}" type="datetimeFigureOut">
              <a:rPr lang="fr-FR" smtClean="0"/>
              <a:t>03/03/2026</a:t>
            </a:fld>
            <a:endParaRPr lang="fr-FR"/>
          </a:p>
        </p:txBody>
      </p:sp>
      <p:sp>
        <p:nvSpPr>
          <p:cNvPr id="5" name="Espace réservé du pied de page 4">
            <a:extLst>
              <a:ext uri="{FF2B5EF4-FFF2-40B4-BE49-F238E27FC236}">
                <a16:creationId xmlns:a16="http://schemas.microsoft.com/office/drawing/2014/main" id="{41B52D02-B666-2686-697A-E685CF015D5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ECE2AFA-61BD-AB59-E496-00D4B6C74C0C}"/>
              </a:ext>
            </a:extLst>
          </p:cNvPr>
          <p:cNvSpPr>
            <a:spLocks noGrp="1"/>
          </p:cNvSpPr>
          <p:nvPr>
            <p:ph type="sldNum" sz="quarter" idx="12"/>
          </p:nvPr>
        </p:nvSpPr>
        <p:spPr/>
        <p:txBody>
          <a:bodyPr/>
          <a:lstStyle/>
          <a:p>
            <a:fld id="{83D17F7F-E14F-458A-B977-7DDCB7D20CCB}" type="slidenum">
              <a:rPr lang="fr-FR" smtClean="0"/>
              <a:t>‹N°›</a:t>
            </a:fld>
            <a:endParaRPr lang="fr-FR"/>
          </a:p>
        </p:txBody>
      </p:sp>
    </p:spTree>
    <p:extLst>
      <p:ext uri="{BB962C8B-B14F-4D97-AF65-F5344CB8AC3E}">
        <p14:creationId xmlns:p14="http://schemas.microsoft.com/office/powerpoint/2010/main" val="4144530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EBD369C-D5CC-EB57-B635-35B0049A8F31}"/>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E6CDC26C-D621-ED41-2E2C-AE38A1CD6B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B3EE0F06-F3D1-7536-0CE0-4874526C0CC0}"/>
              </a:ext>
            </a:extLst>
          </p:cNvPr>
          <p:cNvSpPr>
            <a:spLocks noGrp="1"/>
          </p:cNvSpPr>
          <p:nvPr>
            <p:ph type="dt" sz="half" idx="10"/>
          </p:nvPr>
        </p:nvSpPr>
        <p:spPr/>
        <p:txBody>
          <a:bodyPr/>
          <a:lstStyle/>
          <a:p>
            <a:fld id="{4A9014C9-00CC-4514-BD1E-6E607789790B}" type="datetimeFigureOut">
              <a:rPr lang="fr-FR" smtClean="0"/>
              <a:t>03/03/2026</a:t>
            </a:fld>
            <a:endParaRPr lang="fr-FR"/>
          </a:p>
        </p:txBody>
      </p:sp>
      <p:sp>
        <p:nvSpPr>
          <p:cNvPr id="5" name="Espace réservé du pied de page 4">
            <a:extLst>
              <a:ext uri="{FF2B5EF4-FFF2-40B4-BE49-F238E27FC236}">
                <a16:creationId xmlns:a16="http://schemas.microsoft.com/office/drawing/2014/main" id="{73723461-CC25-3ACB-16A5-126BD60FBC94}"/>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BD7F7AD-CC7F-95BD-5565-6C9C561EA170}"/>
              </a:ext>
            </a:extLst>
          </p:cNvPr>
          <p:cNvSpPr>
            <a:spLocks noGrp="1"/>
          </p:cNvSpPr>
          <p:nvPr>
            <p:ph type="sldNum" sz="quarter" idx="12"/>
          </p:nvPr>
        </p:nvSpPr>
        <p:spPr/>
        <p:txBody>
          <a:bodyPr/>
          <a:lstStyle/>
          <a:p>
            <a:fld id="{83D17F7F-E14F-458A-B977-7DDCB7D20CCB}" type="slidenum">
              <a:rPr lang="fr-FR" smtClean="0"/>
              <a:t>‹N°›</a:t>
            </a:fld>
            <a:endParaRPr lang="fr-FR"/>
          </a:p>
        </p:txBody>
      </p:sp>
    </p:spTree>
    <p:extLst>
      <p:ext uri="{BB962C8B-B14F-4D97-AF65-F5344CB8AC3E}">
        <p14:creationId xmlns:p14="http://schemas.microsoft.com/office/powerpoint/2010/main" val="20262065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B3AB99A-7875-8E58-8C39-242AF1776592}"/>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D22E3CB0-99B0-569F-479E-C8B90BE48EF2}"/>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9F0963C7-A16B-9CAA-EB09-3E96B1F8A474}"/>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BC9B303C-AE27-AEB3-82C3-E63E90DC3BCB}"/>
              </a:ext>
            </a:extLst>
          </p:cNvPr>
          <p:cNvSpPr>
            <a:spLocks noGrp="1"/>
          </p:cNvSpPr>
          <p:nvPr>
            <p:ph type="dt" sz="half" idx="10"/>
          </p:nvPr>
        </p:nvSpPr>
        <p:spPr/>
        <p:txBody>
          <a:bodyPr/>
          <a:lstStyle/>
          <a:p>
            <a:fld id="{4A9014C9-00CC-4514-BD1E-6E607789790B}" type="datetimeFigureOut">
              <a:rPr lang="fr-FR" smtClean="0"/>
              <a:t>03/03/2026</a:t>
            </a:fld>
            <a:endParaRPr lang="fr-FR"/>
          </a:p>
        </p:txBody>
      </p:sp>
      <p:sp>
        <p:nvSpPr>
          <p:cNvPr id="6" name="Espace réservé du pied de page 5">
            <a:extLst>
              <a:ext uri="{FF2B5EF4-FFF2-40B4-BE49-F238E27FC236}">
                <a16:creationId xmlns:a16="http://schemas.microsoft.com/office/drawing/2014/main" id="{52108160-50E0-05EC-A1F3-8B61E6A45964}"/>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5FEA23E0-A097-1B82-AA15-F34581179C1B}"/>
              </a:ext>
            </a:extLst>
          </p:cNvPr>
          <p:cNvSpPr>
            <a:spLocks noGrp="1"/>
          </p:cNvSpPr>
          <p:nvPr>
            <p:ph type="sldNum" sz="quarter" idx="12"/>
          </p:nvPr>
        </p:nvSpPr>
        <p:spPr/>
        <p:txBody>
          <a:bodyPr/>
          <a:lstStyle/>
          <a:p>
            <a:fld id="{83D17F7F-E14F-458A-B977-7DDCB7D20CCB}" type="slidenum">
              <a:rPr lang="fr-FR" smtClean="0"/>
              <a:t>‹N°›</a:t>
            </a:fld>
            <a:endParaRPr lang="fr-FR"/>
          </a:p>
        </p:txBody>
      </p:sp>
    </p:spTree>
    <p:extLst>
      <p:ext uri="{BB962C8B-B14F-4D97-AF65-F5344CB8AC3E}">
        <p14:creationId xmlns:p14="http://schemas.microsoft.com/office/powerpoint/2010/main" val="4128634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1586E9C-DD47-166D-3C31-3CFFA93F8DCE}"/>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11CBEDB0-7ED6-376B-0D94-AD2996E9513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7209CC1D-F154-94FA-EC7D-8B98B112248A}"/>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B4E3AE06-AE05-0E84-9F91-C7EE205693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4DB034CF-2A20-7050-0981-C34DD45CA709}"/>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27C51039-0D60-CD80-05FE-3BFC922449A8}"/>
              </a:ext>
            </a:extLst>
          </p:cNvPr>
          <p:cNvSpPr>
            <a:spLocks noGrp="1"/>
          </p:cNvSpPr>
          <p:nvPr>
            <p:ph type="dt" sz="half" idx="10"/>
          </p:nvPr>
        </p:nvSpPr>
        <p:spPr/>
        <p:txBody>
          <a:bodyPr/>
          <a:lstStyle/>
          <a:p>
            <a:fld id="{4A9014C9-00CC-4514-BD1E-6E607789790B}" type="datetimeFigureOut">
              <a:rPr lang="fr-FR" smtClean="0"/>
              <a:t>03/03/2026</a:t>
            </a:fld>
            <a:endParaRPr lang="fr-FR"/>
          </a:p>
        </p:txBody>
      </p:sp>
      <p:sp>
        <p:nvSpPr>
          <p:cNvPr id="8" name="Espace réservé du pied de page 7">
            <a:extLst>
              <a:ext uri="{FF2B5EF4-FFF2-40B4-BE49-F238E27FC236}">
                <a16:creationId xmlns:a16="http://schemas.microsoft.com/office/drawing/2014/main" id="{71AE88D3-DE72-DC66-084F-155383E61A35}"/>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C7386596-AAE0-F127-68FC-3F68ED9281EF}"/>
              </a:ext>
            </a:extLst>
          </p:cNvPr>
          <p:cNvSpPr>
            <a:spLocks noGrp="1"/>
          </p:cNvSpPr>
          <p:nvPr>
            <p:ph type="sldNum" sz="quarter" idx="12"/>
          </p:nvPr>
        </p:nvSpPr>
        <p:spPr/>
        <p:txBody>
          <a:bodyPr/>
          <a:lstStyle/>
          <a:p>
            <a:fld id="{83D17F7F-E14F-458A-B977-7DDCB7D20CCB}" type="slidenum">
              <a:rPr lang="fr-FR" smtClean="0"/>
              <a:t>‹N°›</a:t>
            </a:fld>
            <a:endParaRPr lang="fr-FR"/>
          </a:p>
        </p:txBody>
      </p:sp>
    </p:spTree>
    <p:extLst>
      <p:ext uri="{BB962C8B-B14F-4D97-AF65-F5344CB8AC3E}">
        <p14:creationId xmlns:p14="http://schemas.microsoft.com/office/powerpoint/2010/main" val="20805136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DA2B724-870F-FCD3-8A90-F4B009F796BE}"/>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580AD17C-29E5-A5F8-5411-952FA9C52F3E}"/>
              </a:ext>
            </a:extLst>
          </p:cNvPr>
          <p:cNvSpPr>
            <a:spLocks noGrp="1"/>
          </p:cNvSpPr>
          <p:nvPr>
            <p:ph type="dt" sz="half" idx="10"/>
          </p:nvPr>
        </p:nvSpPr>
        <p:spPr/>
        <p:txBody>
          <a:bodyPr/>
          <a:lstStyle/>
          <a:p>
            <a:fld id="{4A9014C9-00CC-4514-BD1E-6E607789790B}" type="datetimeFigureOut">
              <a:rPr lang="fr-FR" smtClean="0"/>
              <a:t>03/03/2026</a:t>
            </a:fld>
            <a:endParaRPr lang="fr-FR"/>
          </a:p>
        </p:txBody>
      </p:sp>
      <p:sp>
        <p:nvSpPr>
          <p:cNvPr id="4" name="Espace réservé du pied de page 3">
            <a:extLst>
              <a:ext uri="{FF2B5EF4-FFF2-40B4-BE49-F238E27FC236}">
                <a16:creationId xmlns:a16="http://schemas.microsoft.com/office/drawing/2014/main" id="{FC98B4D1-D869-BDFE-9A8A-144627239BB0}"/>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3B5F71D9-F902-46C9-48CE-E46F57718EFA}"/>
              </a:ext>
            </a:extLst>
          </p:cNvPr>
          <p:cNvSpPr>
            <a:spLocks noGrp="1"/>
          </p:cNvSpPr>
          <p:nvPr>
            <p:ph type="sldNum" sz="quarter" idx="12"/>
          </p:nvPr>
        </p:nvSpPr>
        <p:spPr/>
        <p:txBody>
          <a:bodyPr/>
          <a:lstStyle/>
          <a:p>
            <a:fld id="{83D17F7F-E14F-458A-B977-7DDCB7D20CCB}" type="slidenum">
              <a:rPr lang="fr-FR" smtClean="0"/>
              <a:t>‹N°›</a:t>
            </a:fld>
            <a:endParaRPr lang="fr-FR"/>
          </a:p>
        </p:txBody>
      </p:sp>
    </p:spTree>
    <p:extLst>
      <p:ext uri="{BB962C8B-B14F-4D97-AF65-F5344CB8AC3E}">
        <p14:creationId xmlns:p14="http://schemas.microsoft.com/office/powerpoint/2010/main" val="36020759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3DA26404-9A63-60F3-EE12-B3D3403D9E19}"/>
              </a:ext>
            </a:extLst>
          </p:cNvPr>
          <p:cNvSpPr>
            <a:spLocks noGrp="1"/>
          </p:cNvSpPr>
          <p:nvPr>
            <p:ph type="dt" sz="half" idx="10"/>
          </p:nvPr>
        </p:nvSpPr>
        <p:spPr/>
        <p:txBody>
          <a:bodyPr/>
          <a:lstStyle/>
          <a:p>
            <a:fld id="{4A9014C9-00CC-4514-BD1E-6E607789790B}" type="datetimeFigureOut">
              <a:rPr lang="fr-FR" smtClean="0"/>
              <a:t>03/03/2026</a:t>
            </a:fld>
            <a:endParaRPr lang="fr-FR"/>
          </a:p>
        </p:txBody>
      </p:sp>
      <p:sp>
        <p:nvSpPr>
          <p:cNvPr id="3" name="Espace réservé du pied de page 2">
            <a:extLst>
              <a:ext uri="{FF2B5EF4-FFF2-40B4-BE49-F238E27FC236}">
                <a16:creationId xmlns:a16="http://schemas.microsoft.com/office/drawing/2014/main" id="{226F5175-B387-E61A-AF20-230871556115}"/>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D988BA00-F409-AC74-AD73-DC74EE5806AE}"/>
              </a:ext>
            </a:extLst>
          </p:cNvPr>
          <p:cNvSpPr>
            <a:spLocks noGrp="1"/>
          </p:cNvSpPr>
          <p:nvPr>
            <p:ph type="sldNum" sz="quarter" idx="12"/>
          </p:nvPr>
        </p:nvSpPr>
        <p:spPr/>
        <p:txBody>
          <a:bodyPr/>
          <a:lstStyle/>
          <a:p>
            <a:fld id="{83D17F7F-E14F-458A-B977-7DDCB7D20CCB}" type="slidenum">
              <a:rPr lang="fr-FR" smtClean="0"/>
              <a:t>‹N°›</a:t>
            </a:fld>
            <a:endParaRPr lang="fr-FR"/>
          </a:p>
        </p:txBody>
      </p:sp>
    </p:spTree>
    <p:extLst>
      <p:ext uri="{BB962C8B-B14F-4D97-AF65-F5344CB8AC3E}">
        <p14:creationId xmlns:p14="http://schemas.microsoft.com/office/powerpoint/2010/main" val="6424774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43C5E8F-7216-C342-D16D-2973D5D53E3D}"/>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EDA0560D-CB73-1D16-F46B-5940930EC42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E44D4A32-15A4-F54F-A023-3798D7D702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A03D6404-A32F-4285-461B-5235210129CB}"/>
              </a:ext>
            </a:extLst>
          </p:cNvPr>
          <p:cNvSpPr>
            <a:spLocks noGrp="1"/>
          </p:cNvSpPr>
          <p:nvPr>
            <p:ph type="dt" sz="half" idx="10"/>
          </p:nvPr>
        </p:nvSpPr>
        <p:spPr/>
        <p:txBody>
          <a:bodyPr/>
          <a:lstStyle/>
          <a:p>
            <a:fld id="{4A9014C9-00CC-4514-BD1E-6E607789790B}" type="datetimeFigureOut">
              <a:rPr lang="fr-FR" smtClean="0"/>
              <a:t>03/03/2026</a:t>
            </a:fld>
            <a:endParaRPr lang="fr-FR"/>
          </a:p>
        </p:txBody>
      </p:sp>
      <p:sp>
        <p:nvSpPr>
          <p:cNvPr id="6" name="Espace réservé du pied de page 5">
            <a:extLst>
              <a:ext uri="{FF2B5EF4-FFF2-40B4-BE49-F238E27FC236}">
                <a16:creationId xmlns:a16="http://schemas.microsoft.com/office/drawing/2014/main" id="{CE19B822-0FFE-37DA-66B3-573BE0D9E6E1}"/>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BE7D3F3-8D29-0B0B-7792-CC508794ECE0}"/>
              </a:ext>
            </a:extLst>
          </p:cNvPr>
          <p:cNvSpPr>
            <a:spLocks noGrp="1"/>
          </p:cNvSpPr>
          <p:nvPr>
            <p:ph type="sldNum" sz="quarter" idx="12"/>
          </p:nvPr>
        </p:nvSpPr>
        <p:spPr/>
        <p:txBody>
          <a:bodyPr/>
          <a:lstStyle/>
          <a:p>
            <a:fld id="{83D17F7F-E14F-458A-B977-7DDCB7D20CCB}" type="slidenum">
              <a:rPr lang="fr-FR" smtClean="0"/>
              <a:t>‹N°›</a:t>
            </a:fld>
            <a:endParaRPr lang="fr-FR"/>
          </a:p>
        </p:txBody>
      </p:sp>
    </p:spTree>
    <p:extLst>
      <p:ext uri="{BB962C8B-B14F-4D97-AF65-F5344CB8AC3E}">
        <p14:creationId xmlns:p14="http://schemas.microsoft.com/office/powerpoint/2010/main" val="18265984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D8DDDA-4577-A337-F097-8ED2822AABE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35D8C455-C7E8-65CD-30E5-DE0CE7218C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00CC3172-7A9A-F798-8C5D-2A84D2E444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9A2C34D8-1E3D-B14C-50CD-6B4D16895ACA}"/>
              </a:ext>
            </a:extLst>
          </p:cNvPr>
          <p:cNvSpPr>
            <a:spLocks noGrp="1"/>
          </p:cNvSpPr>
          <p:nvPr>
            <p:ph type="dt" sz="half" idx="10"/>
          </p:nvPr>
        </p:nvSpPr>
        <p:spPr/>
        <p:txBody>
          <a:bodyPr/>
          <a:lstStyle/>
          <a:p>
            <a:fld id="{4A9014C9-00CC-4514-BD1E-6E607789790B}" type="datetimeFigureOut">
              <a:rPr lang="fr-FR" smtClean="0"/>
              <a:t>03/03/2026</a:t>
            </a:fld>
            <a:endParaRPr lang="fr-FR"/>
          </a:p>
        </p:txBody>
      </p:sp>
      <p:sp>
        <p:nvSpPr>
          <p:cNvPr id="6" name="Espace réservé du pied de page 5">
            <a:extLst>
              <a:ext uri="{FF2B5EF4-FFF2-40B4-BE49-F238E27FC236}">
                <a16:creationId xmlns:a16="http://schemas.microsoft.com/office/drawing/2014/main" id="{376D6D35-100B-0152-A5D0-7A3C5DD1C420}"/>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2014995-5397-99F3-1A7B-3692D028C2DB}"/>
              </a:ext>
            </a:extLst>
          </p:cNvPr>
          <p:cNvSpPr>
            <a:spLocks noGrp="1"/>
          </p:cNvSpPr>
          <p:nvPr>
            <p:ph type="sldNum" sz="quarter" idx="12"/>
          </p:nvPr>
        </p:nvSpPr>
        <p:spPr/>
        <p:txBody>
          <a:bodyPr/>
          <a:lstStyle/>
          <a:p>
            <a:fld id="{83D17F7F-E14F-458A-B977-7DDCB7D20CCB}" type="slidenum">
              <a:rPr lang="fr-FR" smtClean="0"/>
              <a:t>‹N°›</a:t>
            </a:fld>
            <a:endParaRPr lang="fr-FR"/>
          </a:p>
        </p:txBody>
      </p:sp>
    </p:spTree>
    <p:extLst>
      <p:ext uri="{BB962C8B-B14F-4D97-AF65-F5344CB8AC3E}">
        <p14:creationId xmlns:p14="http://schemas.microsoft.com/office/powerpoint/2010/main" val="32545295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12767CA-2FD3-62FF-1162-4FBB02D84621}"/>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605FFADC-FD7B-D09A-F072-33DF116A544E}"/>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B81153E-3CE5-E295-2C99-CFA3A5EFCEAA}"/>
              </a:ext>
            </a:extLst>
          </p:cNvPr>
          <p:cNvSpPr>
            <a:spLocks noGrp="1"/>
          </p:cNvSpPr>
          <p:nvPr>
            <p:ph type="dt" sz="half" idx="10"/>
          </p:nvPr>
        </p:nvSpPr>
        <p:spPr/>
        <p:txBody>
          <a:bodyPr/>
          <a:lstStyle/>
          <a:p>
            <a:fld id="{4A9014C9-00CC-4514-BD1E-6E607789790B}" type="datetimeFigureOut">
              <a:rPr lang="fr-FR" smtClean="0"/>
              <a:t>03/03/2026</a:t>
            </a:fld>
            <a:endParaRPr lang="fr-FR"/>
          </a:p>
        </p:txBody>
      </p:sp>
      <p:sp>
        <p:nvSpPr>
          <p:cNvPr id="5" name="Espace réservé du pied de page 4">
            <a:extLst>
              <a:ext uri="{FF2B5EF4-FFF2-40B4-BE49-F238E27FC236}">
                <a16:creationId xmlns:a16="http://schemas.microsoft.com/office/drawing/2014/main" id="{460C91F8-5243-C32E-D346-18E7A3D2FEA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22633C6-3DFF-FAA9-83F9-0E4D95243141}"/>
              </a:ext>
            </a:extLst>
          </p:cNvPr>
          <p:cNvSpPr>
            <a:spLocks noGrp="1"/>
          </p:cNvSpPr>
          <p:nvPr>
            <p:ph type="sldNum" sz="quarter" idx="12"/>
          </p:nvPr>
        </p:nvSpPr>
        <p:spPr/>
        <p:txBody>
          <a:bodyPr/>
          <a:lstStyle/>
          <a:p>
            <a:fld id="{83D17F7F-E14F-458A-B977-7DDCB7D20CCB}" type="slidenum">
              <a:rPr lang="fr-FR" smtClean="0"/>
              <a:t>‹N°›</a:t>
            </a:fld>
            <a:endParaRPr lang="fr-FR"/>
          </a:p>
        </p:txBody>
      </p:sp>
    </p:spTree>
    <p:extLst>
      <p:ext uri="{BB962C8B-B14F-4D97-AF65-F5344CB8AC3E}">
        <p14:creationId xmlns:p14="http://schemas.microsoft.com/office/powerpoint/2010/main" val="37973834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37D80F2C-8DF8-4937-AA09-931D5CC4A7B5}"/>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AFF20397-5373-FB31-DD42-FDCCC2E2CB04}"/>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576FC5D-7879-4D4F-D413-AECD5F66FC4F}"/>
              </a:ext>
            </a:extLst>
          </p:cNvPr>
          <p:cNvSpPr>
            <a:spLocks noGrp="1"/>
          </p:cNvSpPr>
          <p:nvPr>
            <p:ph type="dt" sz="half" idx="10"/>
          </p:nvPr>
        </p:nvSpPr>
        <p:spPr/>
        <p:txBody>
          <a:bodyPr/>
          <a:lstStyle/>
          <a:p>
            <a:fld id="{4A9014C9-00CC-4514-BD1E-6E607789790B}" type="datetimeFigureOut">
              <a:rPr lang="fr-FR" smtClean="0"/>
              <a:t>03/03/2026</a:t>
            </a:fld>
            <a:endParaRPr lang="fr-FR"/>
          </a:p>
        </p:txBody>
      </p:sp>
      <p:sp>
        <p:nvSpPr>
          <p:cNvPr id="5" name="Espace réservé du pied de page 4">
            <a:extLst>
              <a:ext uri="{FF2B5EF4-FFF2-40B4-BE49-F238E27FC236}">
                <a16:creationId xmlns:a16="http://schemas.microsoft.com/office/drawing/2014/main" id="{CCB17BE1-BA96-B1D0-11BC-A8A4C72FAAF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5162324-FA94-A1D1-7298-FD2292CE68C5}"/>
              </a:ext>
            </a:extLst>
          </p:cNvPr>
          <p:cNvSpPr>
            <a:spLocks noGrp="1"/>
          </p:cNvSpPr>
          <p:nvPr>
            <p:ph type="sldNum" sz="quarter" idx="12"/>
          </p:nvPr>
        </p:nvSpPr>
        <p:spPr/>
        <p:txBody>
          <a:bodyPr/>
          <a:lstStyle/>
          <a:p>
            <a:fld id="{83D17F7F-E14F-458A-B977-7DDCB7D20CCB}" type="slidenum">
              <a:rPr lang="fr-FR" smtClean="0"/>
              <a:t>‹N°›</a:t>
            </a:fld>
            <a:endParaRPr lang="fr-FR"/>
          </a:p>
        </p:txBody>
      </p:sp>
    </p:spTree>
    <p:extLst>
      <p:ext uri="{BB962C8B-B14F-4D97-AF65-F5344CB8AC3E}">
        <p14:creationId xmlns:p14="http://schemas.microsoft.com/office/powerpoint/2010/main" val="25750873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3E061BFD-C531-F50F-708B-ECD651F485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2C4801D1-1C6F-271D-2CB0-AFC7160C34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9754D95-0B06-2E38-313F-3478429D939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9014C9-00CC-4514-BD1E-6E607789790B}" type="datetimeFigureOut">
              <a:rPr lang="fr-FR" smtClean="0"/>
              <a:t>03/03/2026</a:t>
            </a:fld>
            <a:endParaRPr lang="fr-FR"/>
          </a:p>
        </p:txBody>
      </p:sp>
      <p:sp>
        <p:nvSpPr>
          <p:cNvPr id="5" name="Espace réservé du pied de page 4">
            <a:extLst>
              <a:ext uri="{FF2B5EF4-FFF2-40B4-BE49-F238E27FC236}">
                <a16:creationId xmlns:a16="http://schemas.microsoft.com/office/drawing/2014/main" id="{FC95997A-91D7-79D5-2722-8C799D1003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200F0E17-E564-6CDC-0B59-91BAEDEB784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3D17F7F-E14F-458A-B977-7DDCB7D20CCB}" type="slidenum">
              <a:rPr lang="fr-FR" smtClean="0"/>
              <a:t>‹N°›</a:t>
            </a:fld>
            <a:endParaRPr lang="fr-FR"/>
          </a:p>
        </p:txBody>
      </p:sp>
    </p:spTree>
    <p:extLst>
      <p:ext uri="{BB962C8B-B14F-4D97-AF65-F5344CB8AC3E}">
        <p14:creationId xmlns:p14="http://schemas.microsoft.com/office/powerpoint/2010/main" val="41369653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3.png"/><Relationship Id="rId7"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2.png"/><Relationship Id="rId5" Type="http://schemas.openxmlformats.org/officeDocument/2006/relationships/image" Target="../media/image5.png"/><Relationship Id="rId10" Type="http://schemas.openxmlformats.org/officeDocument/2006/relationships/image" Target="../media/image11.png"/><Relationship Id="rId4" Type="http://schemas.openxmlformats.org/officeDocument/2006/relationships/image" Target="../media/image4.pn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3.png"/><Relationship Id="rId7"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2.png"/><Relationship Id="rId5" Type="http://schemas.openxmlformats.org/officeDocument/2006/relationships/image" Target="../media/image5.png"/><Relationship Id="rId10" Type="http://schemas.openxmlformats.org/officeDocument/2006/relationships/image" Target="../media/image11.png"/><Relationship Id="rId4" Type="http://schemas.openxmlformats.org/officeDocument/2006/relationships/image" Target="../media/image4.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5.png"/><Relationship Id="rId10" Type="http://schemas.openxmlformats.org/officeDocument/2006/relationships/image" Target="../media/image16.png"/><Relationship Id="rId4" Type="http://schemas.openxmlformats.org/officeDocument/2006/relationships/image" Target="../media/image3.png"/><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21.png"/><Relationship Id="rId5" Type="http://schemas.openxmlformats.org/officeDocument/2006/relationships/image" Target="../media/image4.png"/><Relationship Id="rId10" Type="http://schemas.openxmlformats.org/officeDocument/2006/relationships/image" Target="../media/image20.jpeg"/><Relationship Id="rId4" Type="http://schemas.openxmlformats.org/officeDocument/2006/relationships/image" Target="../media/image3.png"/><Relationship Id="rId9" Type="http://schemas.openxmlformats.org/officeDocument/2006/relationships/image" Target="../media/image19.png"/></Relationships>
</file>

<file path=ppt/slides/_rels/slide6.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2.png"/><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image" Target="../media/image31.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6.png"/><Relationship Id="rId11" Type="http://schemas.openxmlformats.org/officeDocument/2006/relationships/image" Target="../media/image30.png"/><Relationship Id="rId5" Type="http://schemas.openxmlformats.org/officeDocument/2006/relationships/image" Target="../media/image25.png"/><Relationship Id="rId10" Type="http://schemas.openxmlformats.org/officeDocument/2006/relationships/image" Target="../media/image29.png"/><Relationship Id="rId4" Type="http://schemas.openxmlformats.org/officeDocument/2006/relationships/image" Target="../media/image24.png"/><Relationship Id="rId9" Type="http://schemas.openxmlformats.org/officeDocument/2006/relationships/image" Target="../media/image2.png"/><Relationship Id="rId14" Type="http://schemas.openxmlformats.org/officeDocument/2006/relationships/image" Target="../media/image33.png"/></Relationships>
</file>

<file path=ppt/slides/_rels/slide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9.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image" Target="../media/image39.png"/><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10.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image" Target="../media/image45.png"/><Relationship Id="rId1" Type="http://schemas.openxmlformats.org/officeDocument/2006/relationships/slideLayout" Target="../slideLayouts/slideLayout7.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1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7.xml"/><Relationship Id="rId4" Type="http://schemas.openxmlformats.org/officeDocument/2006/relationships/image" Target="../media/image57.png"/></Relationships>
</file>

<file path=ppt/slides/_rels/slide1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7.xml"/><Relationship Id="rId4" Type="http://schemas.openxmlformats.org/officeDocument/2006/relationships/image" Target="../media/image61.png"/></Relationships>
</file>

<file path=ppt/slides/_rels/slide16.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image" Target="../media/image62.png"/><Relationship Id="rId1" Type="http://schemas.openxmlformats.org/officeDocument/2006/relationships/slideLayout" Target="../slideLayouts/slideLayout7.xml"/><Relationship Id="rId6" Type="http://schemas.openxmlformats.org/officeDocument/2006/relationships/image" Target="../media/image66.png"/><Relationship Id="rId5" Type="http://schemas.openxmlformats.org/officeDocument/2006/relationships/image" Target="../media/image65.png"/><Relationship Id="rId10" Type="http://schemas.openxmlformats.org/officeDocument/2006/relationships/image" Target="../media/image70.png"/><Relationship Id="rId4" Type="http://schemas.openxmlformats.org/officeDocument/2006/relationships/image" Target="../media/image64.png"/><Relationship Id="rId9"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7.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s>
</file>

<file path=ppt/slides/_rels/slide18.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7.xml"/><Relationship Id="rId4" Type="http://schemas.openxmlformats.org/officeDocument/2006/relationships/image" Target="../media/image79.png"/></Relationships>
</file>

<file path=ppt/slides/_rels/slide20.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7.xml"/><Relationship Id="rId4" Type="http://schemas.openxmlformats.org/officeDocument/2006/relationships/image" Target="../media/image83.png"/></Relationships>
</file>

<file path=ppt/slides/_rels/slide22.xml.rels><?xml version="1.0" encoding="UTF-8" standalone="yes"?>
<Relationships xmlns="http://schemas.openxmlformats.org/package/2006/relationships"><Relationship Id="rId3" Type="http://schemas.openxmlformats.org/officeDocument/2006/relationships/image" Target="../media/image85.png"/><Relationship Id="rId7" Type="http://schemas.openxmlformats.org/officeDocument/2006/relationships/image" Target="../media/image89.png"/><Relationship Id="rId2" Type="http://schemas.openxmlformats.org/officeDocument/2006/relationships/image" Target="../media/image84.png"/><Relationship Id="rId1" Type="http://schemas.openxmlformats.org/officeDocument/2006/relationships/slideLayout" Target="../slideLayouts/slideLayout7.xml"/><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image" Target="../media/image86.png"/></Relationships>
</file>

<file path=ppt/slides/_rels/slide23.xml.rels><?xml version="1.0" encoding="UTF-8" standalone="yes"?>
<Relationships xmlns="http://schemas.openxmlformats.org/package/2006/relationships"><Relationship Id="rId8" Type="http://schemas.openxmlformats.org/officeDocument/2006/relationships/image" Target="../media/image89.png"/><Relationship Id="rId3" Type="http://schemas.openxmlformats.org/officeDocument/2006/relationships/image" Target="../media/image85.png"/><Relationship Id="rId7" Type="http://schemas.openxmlformats.org/officeDocument/2006/relationships/image" Target="../media/image88.png"/><Relationship Id="rId2" Type="http://schemas.openxmlformats.org/officeDocument/2006/relationships/image" Target="../media/image84.png"/><Relationship Id="rId1" Type="http://schemas.openxmlformats.org/officeDocument/2006/relationships/slideLayout" Target="../slideLayouts/slideLayout7.xml"/><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90.png"/></Relationships>
</file>

<file path=ppt/slides/_rels/slide24.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5.png"/><Relationship Id="rId1" Type="http://schemas.openxmlformats.org/officeDocument/2006/relationships/slideLayout" Target="../slideLayouts/slideLayout7.xml"/><Relationship Id="rId6" Type="http://schemas.openxmlformats.org/officeDocument/2006/relationships/image" Target="../media/image89.png"/><Relationship Id="rId5" Type="http://schemas.openxmlformats.org/officeDocument/2006/relationships/image" Target="../media/image87.png"/><Relationship Id="rId4" Type="http://schemas.openxmlformats.org/officeDocument/2006/relationships/image" Target="../media/image86.png"/></Relationships>
</file>

<file path=ppt/slides/_rels/slide25.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92.png"/></Relationships>
</file>

<file path=ppt/slides/_rels/slide26.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image" Target="../media/image93.png"/><Relationship Id="rId7" Type="http://schemas.openxmlformats.org/officeDocument/2006/relationships/image" Target="../media/image96.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95.png"/><Relationship Id="rId5" Type="http://schemas.openxmlformats.org/officeDocument/2006/relationships/image" Target="../media/image94.png"/><Relationship Id="rId10" Type="http://schemas.openxmlformats.org/officeDocument/2006/relationships/image" Target="../media/image99.png"/><Relationship Id="rId4" Type="http://schemas.openxmlformats.org/officeDocument/2006/relationships/image" Target="../media/image2.png"/><Relationship Id="rId9" Type="http://schemas.openxmlformats.org/officeDocument/2006/relationships/image" Target="../media/image98.png"/></Relationships>
</file>

<file path=ppt/slides/_rels/slide27.xml.rels><?xml version="1.0" encoding="UTF-8" standalone="yes"?>
<Relationships xmlns="http://schemas.openxmlformats.org/package/2006/relationships"><Relationship Id="rId8" Type="http://schemas.openxmlformats.org/officeDocument/2006/relationships/image" Target="../media/image105.png"/><Relationship Id="rId3" Type="http://schemas.openxmlformats.org/officeDocument/2006/relationships/image" Target="../media/image100.png"/><Relationship Id="rId7" Type="http://schemas.openxmlformats.org/officeDocument/2006/relationships/image" Target="../media/image104.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03.png"/><Relationship Id="rId11" Type="http://schemas.openxmlformats.org/officeDocument/2006/relationships/image" Target="../media/image108.png"/><Relationship Id="rId5" Type="http://schemas.openxmlformats.org/officeDocument/2006/relationships/image" Target="../media/image102.png"/><Relationship Id="rId10" Type="http://schemas.openxmlformats.org/officeDocument/2006/relationships/image" Target="../media/image107.png"/><Relationship Id="rId4" Type="http://schemas.openxmlformats.org/officeDocument/2006/relationships/image" Target="../media/image101.png"/><Relationship Id="rId9" Type="http://schemas.openxmlformats.org/officeDocument/2006/relationships/image" Target="../media/image106.png"/></Relationships>
</file>

<file path=ppt/slides/_rels/slide28.xml.rels><?xml version="1.0" encoding="UTF-8" standalone="yes"?>
<Relationships xmlns="http://schemas.openxmlformats.org/package/2006/relationships"><Relationship Id="rId8" Type="http://schemas.openxmlformats.org/officeDocument/2006/relationships/image" Target="../media/image115.png"/><Relationship Id="rId3" Type="http://schemas.openxmlformats.org/officeDocument/2006/relationships/image" Target="../media/image110.png"/><Relationship Id="rId7" Type="http://schemas.openxmlformats.org/officeDocument/2006/relationships/image" Target="../media/image114.png"/><Relationship Id="rId2" Type="http://schemas.openxmlformats.org/officeDocument/2006/relationships/image" Target="../media/image109.png"/><Relationship Id="rId1" Type="http://schemas.openxmlformats.org/officeDocument/2006/relationships/slideLayout" Target="../slideLayouts/slideLayout7.xml"/><Relationship Id="rId6" Type="http://schemas.openxmlformats.org/officeDocument/2006/relationships/image" Target="../media/image113.png"/><Relationship Id="rId5" Type="http://schemas.openxmlformats.org/officeDocument/2006/relationships/image" Target="../media/image112.png"/><Relationship Id="rId4" Type="http://schemas.openxmlformats.org/officeDocument/2006/relationships/image" Target="../media/image111.png"/><Relationship Id="rId9" Type="http://schemas.openxmlformats.org/officeDocument/2006/relationships/image" Target="../media/image108.png"/></Relationships>
</file>

<file path=ppt/slides/_rels/slide29.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2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DC82C-5BF8-4B7A-C375-ED8BCFA45042}"/>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8264AA80-DB64-0B4D-F366-EA1807BC17E4}"/>
              </a:ext>
            </a:extLst>
          </p:cNvPr>
          <p:cNvPicPr>
            <a:picLocks noChangeAspect="1"/>
          </p:cNvPicPr>
          <p:nvPr/>
        </p:nvPicPr>
        <p:blipFill>
          <a:blip r:embed="rId2"/>
          <a:stretch>
            <a:fillRect/>
          </a:stretch>
        </p:blipFill>
        <p:spPr>
          <a:xfrm>
            <a:off x="2671969" y="0"/>
            <a:ext cx="8420830" cy="624894"/>
          </a:xfrm>
          <a:prstGeom prst="rect">
            <a:avLst/>
          </a:prstGeom>
        </p:spPr>
      </p:pic>
      <p:pic>
        <p:nvPicPr>
          <p:cNvPr id="5" name="Image 4">
            <a:extLst>
              <a:ext uri="{FF2B5EF4-FFF2-40B4-BE49-F238E27FC236}">
                <a16:creationId xmlns:a16="http://schemas.microsoft.com/office/drawing/2014/main" id="{5C9B5871-14B1-30E1-BD6B-388FC57155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119" y="0"/>
            <a:ext cx="2322640" cy="624894"/>
          </a:xfrm>
          <a:prstGeom prst="rect">
            <a:avLst/>
          </a:prstGeom>
        </p:spPr>
      </p:pic>
      <p:pic>
        <p:nvPicPr>
          <p:cNvPr id="11" name="Image 10">
            <a:extLst>
              <a:ext uri="{FF2B5EF4-FFF2-40B4-BE49-F238E27FC236}">
                <a16:creationId xmlns:a16="http://schemas.microsoft.com/office/drawing/2014/main" id="{A0111ABF-2B5B-F91C-782B-D36AB7148B9C}"/>
              </a:ext>
            </a:extLst>
          </p:cNvPr>
          <p:cNvPicPr>
            <a:picLocks noChangeAspect="1"/>
          </p:cNvPicPr>
          <p:nvPr/>
        </p:nvPicPr>
        <p:blipFill>
          <a:blip r:embed="rId4"/>
          <a:stretch>
            <a:fillRect/>
          </a:stretch>
        </p:blipFill>
        <p:spPr>
          <a:xfrm>
            <a:off x="9270075" y="209568"/>
            <a:ext cx="228620" cy="205758"/>
          </a:xfrm>
          <a:prstGeom prst="rect">
            <a:avLst/>
          </a:prstGeom>
        </p:spPr>
      </p:pic>
      <p:sp>
        <p:nvSpPr>
          <p:cNvPr id="15" name="ZoneTexte 14">
            <a:extLst>
              <a:ext uri="{FF2B5EF4-FFF2-40B4-BE49-F238E27FC236}">
                <a16:creationId xmlns:a16="http://schemas.microsoft.com/office/drawing/2014/main" id="{9B62BB7A-21F5-7752-F45B-38D4FA9C5ABE}"/>
              </a:ext>
            </a:extLst>
          </p:cNvPr>
          <p:cNvSpPr txBox="1"/>
          <p:nvPr/>
        </p:nvSpPr>
        <p:spPr>
          <a:xfrm>
            <a:off x="4350258" y="6642556"/>
            <a:ext cx="6158484" cy="215444"/>
          </a:xfrm>
          <a:prstGeom prst="rect">
            <a:avLst/>
          </a:prstGeom>
          <a:noFill/>
        </p:spPr>
        <p:txBody>
          <a:bodyPr wrap="square">
            <a:spAutoFit/>
          </a:bodyPr>
          <a:lstStyle/>
          <a:p>
            <a:r>
              <a:rPr lang="fr-FR" sz="800" dirty="0"/>
              <a:t>📚 V1.2  15/10/2025 22:30 | 🏥 API 1.5 16/10/2025 10:30   | 📊 1000.db | 🔍Lexical | 👸1000 </a:t>
            </a:r>
          </a:p>
        </p:txBody>
      </p:sp>
      <p:pic>
        <p:nvPicPr>
          <p:cNvPr id="16" name="Picture 2" descr="Paramètre PNG Images | Vecteurs Et Fichiers PSD | Téléchargement Gratuit  Sur Pngtree">
            <a:extLst>
              <a:ext uri="{FF2B5EF4-FFF2-40B4-BE49-F238E27FC236}">
                <a16:creationId xmlns:a16="http://schemas.microsoft.com/office/drawing/2014/main" id="{104590FD-7AC0-C479-E9AC-BECBCD2A044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714797" y="0"/>
            <a:ext cx="477203" cy="477203"/>
          </a:xfrm>
          <a:prstGeom prst="rect">
            <a:avLst/>
          </a:prstGeom>
          <a:noFill/>
          <a:extLst>
            <a:ext uri="{909E8E84-426E-40DD-AFC4-6F175D3DCCD1}">
              <a14:hiddenFill xmlns:a14="http://schemas.microsoft.com/office/drawing/2010/main">
                <a:solidFill>
                  <a:srgbClr val="FFFFFF"/>
                </a:solidFill>
              </a14:hiddenFill>
            </a:ext>
          </a:extLst>
        </p:spPr>
      </p:pic>
      <p:pic>
        <p:nvPicPr>
          <p:cNvPr id="19" name="Image 18">
            <a:extLst>
              <a:ext uri="{FF2B5EF4-FFF2-40B4-BE49-F238E27FC236}">
                <a16:creationId xmlns:a16="http://schemas.microsoft.com/office/drawing/2014/main" id="{58FD2A3B-6D77-567B-9FAE-B53AB9FCC9BA}"/>
              </a:ext>
            </a:extLst>
          </p:cNvPr>
          <p:cNvPicPr>
            <a:picLocks noChangeAspect="1"/>
          </p:cNvPicPr>
          <p:nvPr/>
        </p:nvPicPr>
        <p:blipFill>
          <a:blip r:embed="rId6"/>
          <a:stretch>
            <a:fillRect/>
          </a:stretch>
        </p:blipFill>
        <p:spPr>
          <a:xfrm flipV="1">
            <a:off x="-62119" y="6581650"/>
            <a:ext cx="12192000" cy="87890"/>
          </a:xfrm>
          <a:prstGeom prst="rect">
            <a:avLst/>
          </a:prstGeom>
        </p:spPr>
      </p:pic>
      <p:sp>
        <p:nvSpPr>
          <p:cNvPr id="10" name="ZoneTexte 9">
            <a:extLst>
              <a:ext uri="{FF2B5EF4-FFF2-40B4-BE49-F238E27FC236}">
                <a16:creationId xmlns:a16="http://schemas.microsoft.com/office/drawing/2014/main" id="{656E42F1-C365-32A3-93C2-78D2D85488F1}"/>
              </a:ext>
            </a:extLst>
          </p:cNvPr>
          <p:cNvSpPr txBox="1"/>
          <p:nvPr/>
        </p:nvSpPr>
        <p:spPr>
          <a:xfrm>
            <a:off x="1537959" y="1586546"/>
            <a:ext cx="1058937" cy="369332"/>
          </a:xfrm>
          <a:prstGeom prst="rect">
            <a:avLst/>
          </a:prstGeom>
          <a:noFill/>
        </p:spPr>
        <p:txBody>
          <a:bodyPr wrap="square">
            <a:spAutoFit/>
          </a:bodyPr>
          <a:lstStyle/>
          <a:p>
            <a:r>
              <a:rPr lang="fr-FR" dirty="0" err="1"/>
              <a:t>Auto→</a:t>
            </a:r>
            <a:r>
              <a:rPr lang="fr-FR" sz="1200" dirty="0" err="1"/>
              <a:t>TR</a:t>
            </a:r>
            <a:endParaRPr lang="fr-FR" dirty="0"/>
          </a:p>
        </p:txBody>
      </p:sp>
      <p:pic>
        <p:nvPicPr>
          <p:cNvPr id="12" name="Image 11">
            <a:extLst>
              <a:ext uri="{FF2B5EF4-FFF2-40B4-BE49-F238E27FC236}">
                <a16:creationId xmlns:a16="http://schemas.microsoft.com/office/drawing/2014/main" id="{32F2677A-AC42-D5BE-9258-71396AAB14E0}"/>
              </a:ext>
            </a:extLst>
          </p:cNvPr>
          <p:cNvPicPr>
            <a:picLocks noChangeAspect="1"/>
          </p:cNvPicPr>
          <p:nvPr/>
        </p:nvPicPr>
        <p:blipFill>
          <a:blip r:embed="rId7"/>
          <a:stretch>
            <a:fillRect/>
          </a:stretch>
        </p:blipFill>
        <p:spPr>
          <a:xfrm>
            <a:off x="1256827" y="2100877"/>
            <a:ext cx="314369" cy="285790"/>
          </a:xfrm>
          <a:prstGeom prst="rect">
            <a:avLst/>
          </a:prstGeom>
        </p:spPr>
      </p:pic>
      <p:sp>
        <p:nvSpPr>
          <p:cNvPr id="14" name="ZoneTexte 13">
            <a:extLst>
              <a:ext uri="{FF2B5EF4-FFF2-40B4-BE49-F238E27FC236}">
                <a16:creationId xmlns:a16="http://schemas.microsoft.com/office/drawing/2014/main" id="{D02E769D-99A3-F55A-C96F-8422C6630515}"/>
              </a:ext>
            </a:extLst>
          </p:cNvPr>
          <p:cNvSpPr txBox="1"/>
          <p:nvPr/>
        </p:nvSpPr>
        <p:spPr>
          <a:xfrm>
            <a:off x="1477092" y="2076817"/>
            <a:ext cx="1456415" cy="369332"/>
          </a:xfrm>
          <a:prstGeom prst="rect">
            <a:avLst/>
          </a:prstGeom>
          <a:noFill/>
        </p:spPr>
        <p:txBody>
          <a:bodyPr wrap="square">
            <a:spAutoFit/>
          </a:bodyPr>
          <a:lstStyle/>
          <a:p>
            <a:r>
              <a:rPr lang="fr-FR" dirty="0"/>
              <a:t>ES→</a:t>
            </a:r>
            <a:r>
              <a:rPr lang="fr-FR" sz="1200" dirty="0"/>
              <a:t>FR</a:t>
            </a:r>
            <a:endParaRPr lang="fr-FR" dirty="0"/>
          </a:p>
        </p:txBody>
      </p:sp>
      <p:pic>
        <p:nvPicPr>
          <p:cNvPr id="18" name="Image 17">
            <a:extLst>
              <a:ext uri="{FF2B5EF4-FFF2-40B4-BE49-F238E27FC236}">
                <a16:creationId xmlns:a16="http://schemas.microsoft.com/office/drawing/2014/main" id="{401E0B53-38E3-16C4-E398-A7419AB089A1}"/>
              </a:ext>
            </a:extLst>
          </p:cNvPr>
          <p:cNvPicPr>
            <a:picLocks noChangeAspect="1"/>
          </p:cNvPicPr>
          <p:nvPr/>
        </p:nvPicPr>
        <p:blipFill>
          <a:blip r:embed="rId8"/>
          <a:stretch>
            <a:fillRect/>
          </a:stretch>
        </p:blipFill>
        <p:spPr>
          <a:xfrm>
            <a:off x="5729710" y="974258"/>
            <a:ext cx="5081515" cy="4599799"/>
          </a:xfrm>
          <a:prstGeom prst="rect">
            <a:avLst/>
          </a:prstGeom>
        </p:spPr>
      </p:pic>
      <p:sp>
        <p:nvSpPr>
          <p:cNvPr id="21" name="ZoneTexte 20">
            <a:extLst>
              <a:ext uri="{FF2B5EF4-FFF2-40B4-BE49-F238E27FC236}">
                <a16:creationId xmlns:a16="http://schemas.microsoft.com/office/drawing/2014/main" id="{287F3867-F015-6E26-72A4-22CA61E5920F}"/>
              </a:ext>
            </a:extLst>
          </p:cNvPr>
          <p:cNvSpPr txBox="1"/>
          <p:nvPr/>
        </p:nvSpPr>
        <p:spPr>
          <a:xfrm>
            <a:off x="240859" y="3816555"/>
            <a:ext cx="6126480" cy="2308324"/>
          </a:xfrm>
          <a:prstGeom prst="rect">
            <a:avLst/>
          </a:prstGeom>
          <a:noFill/>
        </p:spPr>
        <p:txBody>
          <a:bodyPr wrap="square">
            <a:spAutoFit/>
          </a:bodyPr>
          <a:lstStyle/>
          <a:p>
            <a:pPr>
              <a:buNone/>
            </a:pPr>
            <a:r>
              <a:rPr lang="fr-FR" b="1" dirty="0"/>
              <a:t>1. Vrais drapeaux (pas des emojis)</a:t>
            </a:r>
          </a:p>
          <a:p>
            <a:pPr>
              <a:buFont typeface="Arial" panose="020B0604020202020204" pitchFamily="34" charset="0"/>
              <a:buChar char="•"/>
            </a:pPr>
            <a:r>
              <a:rPr lang="fr-FR" dirty="0"/>
              <a:t>Utilise </a:t>
            </a:r>
            <a:r>
              <a:rPr lang="fr-FR" b="1" dirty="0"/>
              <a:t>flagcdn.com</a:t>
            </a:r>
            <a:r>
              <a:rPr lang="fr-FR" dirty="0"/>
              <a:t> (gratuit, pas de clé API)</a:t>
            </a:r>
          </a:p>
          <a:p>
            <a:pPr>
              <a:buFont typeface="Arial" panose="020B0604020202020204" pitchFamily="34" charset="0"/>
              <a:buChar char="•"/>
            </a:pPr>
            <a:r>
              <a:rPr lang="fr-FR" dirty="0"/>
              <a:t>Images PNG de qualité : </a:t>
            </a:r>
            <a:r>
              <a:rPr lang="fr-FR" dirty="0">
                <a:latin typeface="Courier New" panose="02070309020205020404" pitchFamily="49" charset="0"/>
              </a:rPr>
              <a:t>https://flagcdn.com/w40/es.png</a:t>
            </a:r>
            <a:endParaRPr lang="fr-FR" dirty="0"/>
          </a:p>
          <a:p>
            <a:pPr>
              <a:buNone/>
            </a:pPr>
            <a:r>
              <a:rPr lang="fr-FR" b="1" dirty="0"/>
              <a:t>2. Chips cliquables au lieu d'une combo</a:t>
            </a:r>
          </a:p>
          <a:p>
            <a:pPr>
              <a:buFont typeface="Arial" panose="020B0604020202020204" pitchFamily="34" charset="0"/>
              <a:buChar char="•"/>
            </a:pPr>
            <a:r>
              <a:rPr lang="fr-FR" dirty="0"/>
              <a:t>Style moderne inspiré de Google Translate (image 4)</a:t>
            </a:r>
          </a:p>
          <a:p>
            <a:pPr>
              <a:buFont typeface="Arial" panose="020B0604020202020204" pitchFamily="34" charset="0"/>
              <a:buChar char="•"/>
            </a:pPr>
            <a:r>
              <a:rPr lang="fr-FR" dirty="0"/>
              <a:t>Chip sélectionnée entourée en bleu</a:t>
            </a:r>
          </a:p>
          <a:p>
            <a:pPr>
              <a:buFont typeface="Arial" panose="020B0604020202020204" pitchFamily="34" charset="0"/>
              <a:buChar char="•"/>
            </a:pPr>
            <a:r>
              <a:rPr lang="fr-FR" dirty="0"/>
              <a:t>Drapeau + nom de la langue</a:t>
            </a:r>
          </a:p>
        </p:txBody>
      </p:sp>
      <p:pic>
        <p:nvPicPr>
          <p:cNvPr id="2" name="Image 1">
            <a:extLst>
              <a:ext uri="{FF2B5EF4-FFF2-40B4-BE49-F238E27FC236}">
                <a16:creationId xmlns:a16="http://schemas.microsoft.com/office/drawing/2014/main" id="{E9C7264C-4942-E5E2-0619-D0526B7204A6}"/>
              </a:ext>
            </a:extLst>
          </p:cNvPr>
          <p:cNvPicPr>
            <a:picLocks noChangeAspect="1"/>
          </p:cNvPicPr>
          <p:nvPr/>
        </p:nvPicPr>
        <p:blipFill>
          <a:blip r:embed="rId7"/>
          <a:stretch>
            <a:fillRect/>
          </a:stretch>
        </p:blipFill>
        <p:spPr>
          <a:xfrm>
            <a:off x="1256827" y="2585471"/>
            <a:ext cx="314369" cy="285790"/>
          </a:xfrm>
          <a:prstGeom prst="rect">
            <a:avLst/>
          </a:prstGeom>
        </p:spPr>
      </p:pic>
      <p:sp>
        <p:nvSpPr>
          <p:cNvPr id="6" name="ZoneTexte 5">
            <a:extLst>
              <a:ext uri="{FF2B5EF4-FFF2-40B4-BE49-F238E27FC236}">
                <a16:creationId xmlns:a16="http://schemas.microsoft.com/office/drawing/2014/main" id="{CEAA6707-DE35-014B-6FB1-322865D76FE9}"/>
              </a:ext>
            </a:extLst>
          </p:cNvPr>
          <p:cNvSpPr txBox="1"/>
          <p:nvPr/>
        </p:nvSpPr>
        <p:spPr>
          <a:xfrm>
            <a:off x="1469666" y="2586545"/>
            <a:ext cx="790856" cy="276999"/>
          </a:xfrm>
          <a:prstGeom prst="rect">
            <a:avLst/>
          </a:prstGeom>
          <a:noFill/>
        </p:spPr>
        <p:txBody>
          <a:bodyPr wrap="square">
            <a:spAutoFit/>
          </a:bodyPr>
          <a:lstStyle/>
          <a:p>
            <a:r>
              <a:rPr lang="fr-FR" sz="1200" dirty="0" err="1"/>
              <a:t>Auto→</a:t>
            </a:r>
            <a:r>
              <a:rPr lang="fr-FR" sz="1000" dirty="0" err="1"/>
              <a:t>ES</a:t>
            </a:r>
            <a:endParaRPr lang="fr-FR" sz="1200" dirty="0"/>
          </a:p>
        </p:txBody>
      </p:sp>
      <p:pic>
        <p:nvPicPr>
          <p:cNvPr id="7" name="Image 6">
            <a:extLst>
              <a:ext uri="{FF2B5EF4-FFF2-40B4-BE49-F238E27FC236}">
                <a16:creationId xmlns:a16="http://schemas.microsoft.com/office/drawing/2014/main" id="{8314FF5B-7CE9-A1A2-DC01-B789CE833C10}"/>
              </a:ext>
            </a:extLst>
          </p:cNvPr>
          <p:cNvPicPr>
            <a:picLocks noChangeAspect="1"/>
          </p:cNvPicPr>
          <p:nvPr/>
        </p:nvPicPr>
        <p:blipFill>
          <a:blip r:embed="rId7"/>
          <a:stretch>
            <a:fillRect/>
          </a:stretch>
        </p:blipFill>
        <p:spPr>
          <a:xfrm>
            <a:off x="1249400" y="3076826"/>
            <a:ext cx="314369" cy="285790"/>
          </a:xfrm>
          <a:prstGeom prst="rect">
            <a:avLst/>
          </a:prstGeom>
        </p:spPr>
      </p:pic>
      <p:sp>
        <p:nvSpPr>
          <p:cNvPr id="8" name="ZoneTexte 7">
            <a:extLst>
              <a:ext uri="{FF2B5EF4-FFF2-40B4-BE49-F238E27FC236}">
                <a16:creationId xmlns:a16="http://schemas.microsoft.com/office/drawing/2014/main" id="{D9480D4C-4BF6-218F-72A9-C0AA954E9CB3}"/>
              </a:ext>
            </a:extLst>
          </p:cNvPr>
          <p:cNvSpPr txBox="1"/>
          <p:nvPr/>
        </p:nvSpPr>
        <p:spPr>
          <a:xfrm>
            <a:off x="1469665" y="3052766"/>
            <a:ext cx="1456415" cy="369332"/>
          </a:xfrm>
          <a:prstGeom prst="rect">
            <a:avLst/>
          </a:prstGeom>
          <a:noFill/>
        </p:spPr>
        <p:txBody>
          <a:bodyPr wrap="square">
            <a:spAutoFit/>
          </a:bodyPr>
          <a:lstStyle/>
          <a:p>
            <a:r>
              <a:rPr lang="fr-FR" dirty="0"/>
              <a:t>ES→</a:t>
            </a:r>
            <a:r>
              <a:rPr lang="fr-FR" sz="1200" dirty="0"/>
              <a:t>FR</a:t>
            </a:r>
            <a:endParaRPr lang="fr-FR" dirty="0"/>
          </a:p>
        </p:txBody>
      </p:sp>
      <p:pic>
        <p:nvPicPr>
          <p:cNvPr id="1026" name="Picture 2">
            <a:extLst>
              <a:ext uri="{FF2B5EF4-FFF2-40B4-BE49-F238E27FC236}">
                <a16:creationId xmlns:a16="http://schemas.microsoft.com/office/drawing/2014/main" id="{B7E4EE4C-8536-D313-8212-394FC2452CF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90063" y="1682726"/>
            <a:ext cx="281133" cy="18976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BA4689BE-1E58-978E-36A8-9D5313BBD96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43044" y="736078"/>
            <a:ext cx="381000" cy="257175"/>
          </a:xfrm>
          <a:prstGeom prst="rect">
            <a:avLst/>
          </a:prstGeom>
          <a:noFill/>
          <a:extLst>
            <a:ext uri="{909E8E84-426E-40DD-AFC4-6F175D3DCCD1}">
              <a14:hiddenFill xmlns:a14="http://schemas.microsoft.com/office/drawing/2010/main">
                <a:solidFill>
                  <a:srgbClr val="FFFFFF"/>
                </a:solidFill>
              </a14:hiddenFill>
            </a:ext>
          </a:extLst>
        </p:spPr>
      </p:pic>
      <p:sp>
        <p:nvSpPr>
          <p:cNvPr id="13" name="ZoneTexte 12">
            <a:extLst>
              <a:ext uri="{FF2B5EF4-FFF2-40B4-BE49-F238E27FC236}">
                <a16:creationId xmlns:a16="http://schemas.microsoft.com/office/drawing/2014/main" id="{7411587C-0945-DEDD-7470-FF3A890386EE}"/>
              </a:ext>
            </a:extLst>
          </p:cNvPr>
          <p:cNvSpPr txBox="1"/>
          <p:nvPr/>
        </p:nvSpPr>
        <p:spPr>
          <a:xfrm>
            <a:off x="2817603" y="1592942"/>
            <a:ext cx="3114446" cy="369332"/>
          </a:xfrm>
          <a:prstGeom prst="rect">
            <a:avLst/>
          </a:prstGeom>
          <a:noFill/>
        </p:spPr>
        <p:txBody>
          <a:bodyPr wrap="square">
            <a:spAutoFit/>
          </a:bodyPr>
          <a:lstStyle/>
          <a:p>
            <a:pPr>
              <a:buNone/>
            </a:pPr>
            <a:r>
              <a:rPr lang="fr-FR" dirty="0"/>
              <a:t>Langue non supportée</a:t>
            </a:r>
          </a:p>
        </p:txBody>
      </p:sp>
    </p:spTree>
    <p:extLst>
      <p:ext uri="{BB962C8B-B14F-4D97-AF65-F5344CB8AC3E}">
        <p14:creationId xmlns:p14="http://schemas.microsoft.com/office/powerpoint/2010/main" val="9208215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CB947-29FC-0CCB-7B21-8A6144135E4C}"/>
            </a:ext>
          </a:extLst>
        </p:cNvPr>
        <p:cNvGrpSpPr/>
        <p:nvPr/>
      </p:nvGrpSpPr>
      <p:grpSpPr>
        <a:xfrm>
          <a:off x="0" y="0"/>
          <a:ext cx="0" cy="0"/>
          <a:chOff x="0" y="0"/>
          <a:chExt cx="0" cy="0"/>
        </a:xfrm>
      </p:grpSpPr>
      <p:pic>
        <p:nvPicPr>
          <p:cNvPr id="5" name="Image 4">
            <a:extLst>
              <a:ext uri="{FF2B5EF4-FFF2-40B4-BE49-F238E27FC236}">
                <a16:creationId xmlns:a16="http://schemas.microsoft.com/office/drawing/2014/main" id="{DC94510F-57BD-CD29-C72A-D27334E99C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119" y="0"/>
            <a:ext cx="2322640" cy="624894"/>
          </a:xfrm>
          <a:prstGeom prst="rect">
            <a:avLst/>
          </a:prstGeom>
        </p:spPr>
      </p:pic>
      <p:pic>
        <p:nvPicPr>
          <p:cNvPr id="11" name="Image 10">
            <a:extLst>
              <a:ext uri="{FF2B5EF4-FFF2-40B4-BE49-F238E27FC236}">
                <a16:creationId xmlns:a16="http://schemas.microsoft.com/office/drawing/2014/main" id="{99A05ECD-600F-380D-D241-B9058E6420A1}"/>
              </a:ext>
            </a:extLst>
          </p:cNvPr>
          <p:cNvPicPr>
            <a:picLocks noChangeAspect="1"/>
          </p:cNvPicPr>
          <p:nvPr/>
        </p:nvPicPr>
        <p:blipFill>
          <a:blip r:embed="rId3"/>
          <a:stretch>
            <a:fillRect/>
          </a:stretch>
        </p:blipFill>
        <p:spPr>
          <a:xfrm>
            <a:off x="9270075" y="209568"/>
            <a:ext cx="228620" cy="205758"/>
          </a:xfrm>
          <a:prstGeom prst="rect">
            <a:avLst/>
          </a:prstGeom>
        </p:spPr>
      </p:pic>
      <p:sp>
        <p:nvSpPr>
          <p:cNvPr id="15" name="ZoneTexte 14">
            <a:extLst>
              <a:ext uri="{FF2B5EF4-FFF2-40B4-BE49-F238E27FC236}">
                <a16:creationId xmlns:a16="http://schemas.microsoft.com/office/drawing/2014/main" id="{5A5D911B-CE6C-3021-C70C-C8F9CAA2B117}"/>
              </a:ext>
            </a:extLst>
          </p:cNvPr>
          <p:cNvSpPr txBox="1"/>
          <p:nvPr/>
        </p:nvSpPr>
        <p:spPr>
          <a:xfrm>
            <a:off x="4350258" y="6642556"/>
            <a:ext cx="6158484" cy="215444"/>
          </a:xfrm>
          <a:prstGeom prst="rect">
            <a:avLst/>
          </a:prstGeom>
          <a:noFill/>
        </p:spPr>
        <p:txBody>
          <a:bodyPr wrap="square">
            <a:spAutoFit/>
          </a:bodyPr>
          <a:lstStyle/>
          <a:p>
            <a:r>
              <a:rPr lang="fr-FR" sz="800" dirty="0"/>
              <a:t>📚 V1.2  15/10/2025 22:30 | 🏥 API 1.5 16/10/2025 10:30   | 📊 1000.db | 🔍Lexical | 👸1000 </a:t>
            </a:r>
          </a:p>
        </p:txBody>
      </p:sp>
      <p:pic>
        <p:nvPicPr>
          <p:cNvPr id="16" name="Picture 2" descr="Paramètre PNG Images | Vecteurs Et Fichiers PSD | Téléchargement Gratuit  Sur Pngtree">
            <a:extLst>
              <a:ext uri="{FF2B5EF4-FFF2-40B4-BE49-F238E27FC236}">
                <a16:creationId xmlns:a16="http://schemas.microsoft.com/office/drawing/2014/main" id="{128F5C13-6653-58C9-1A66-26A3632B315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14797" y="0"/>
            <a:ext cx="477203" cy="477203"/>
          </a:xfrm>
          <a:prstGeom prst="rect">
            <a:avLst/>
          </a:prstGeom>
          <a:noFill/>
          <a:extLst>
            <a:ext uri="{909E8E84-426E-40DD-AFC4-6F175D3DCCD1}">
              <a14:hiddenFill xmlns:a14="http://schemas.microsoft.com/office/drawing/2010/main">
                <a:solidFill>
                  <a:srgbClr val="FFFFFF"/>
                </a:solidFill>
              </a14:hiddenFill>
            </a:ext>
          </a:extLst>
        </p:spPr>
      </p:pic>
      <p:pic>
        <p:nvPicPr>
          <p:cNvPr id="19" name="Image 18">
            <a:extLst>
              <a:ext uri="{FF2B5EF4-FFF2-40B4-BE49-F238E27FC236}">
                <a16:creationId xmlns:a16="http://schemas.microsoft.com/office/drawing/2014/main" id="{BCB1CBE4-F398-7CA5-B8C5-C375A01B36C8}"/>
              </a:ext>
            </a:extLst>
          </p:cNvPr>
          <p:cNvPicPr>
            <a:picLocks noChangeAspect="1"/>
          </p:cNvPicPr>
          <p:nvPr/>
        </p:nvPicPr>
        <p:blipFill>
          <a:blip r:embed="rId5"/>
          <a:stretch>
            <a:fillRect/>
          </a:stretch>
        </p:blipFill>
        <p:spPr>
          <a:xfrm flipV="1">
            <a:off x="-62119" y="6581650"/>
            <a:ext cx="12192000" cy="87890"/>
          </a:xfrm>
          <a:prstGeom prst="rect">
            <a:avLst/>
          </a:prstGeom>
        </p:spPr>
      </p:pic>
      <p:sp>
        <p:nvSpPr>
          <p:cNvPr id="10" name="ZoneTexte 9">
            <a:extLst>
              <a:ext uri="{FF2B5EF4-FFF2-40B4-BE49-F238E27FC236}">
                <a16:creationId xmlns:a16="http://schemas.microsoft.com/office/drawing/2014/main" id="{E95620E2-403F-080C-8543-FC362032ABA0}"/>
              </a:ext>
            </a:extLst>
          </p:cNvPr>
          <p:cNvSpPr txBox="1"/>
          <p:nvPr/>
        </p:nvSpPr>
        <p:spPr>
          <a:xfrm>
            <a:off x="505434" y="1379082"/>
            <a:ext cx="1058937" cy="369332"/>
          </a:xfrm>
          <a:prstGeom prst="rect">
            <a:avLst/>
          </a:prstGeom>
          <a:noFill/>
        </p:spPr>
        <p:txBody>
          <a:bodyPr wrap="square">
            <a:spAutoFit/>
          </a:bodyPr>
          <a:lstStyle/>
          <a:p>
            <a:r>
              <a:rPr lang="fr-FR" dirty="0" err="1"/>
              <a:t>Auto→</a:t>
            </a:r>
            <a:r>
              <a:rPr lang="fr-FR" sz="1200" dirty="0" err="1"/>
              <a:t>TR</a:t>
            </a:r>
            <a:endParaRPr lang="fr-FR" dirty="0"/>
          </a:p>
        </p:txBody>
      </p:sp>
      <p:pic>
        <p:nvPicPr>
          <p:cNvPr id="12" name="Image 11">
            <a:extLst>
              <a:ext uri="{FF2B5EF4-FFF2-40B4-BE49-F238E27FC236}">
                <a16:creationId xmlns:a16="http://schemas.microsoft.com/office/drawing/2014/main" id="{4A260D81-B06A-66D0-6B76-FDE10E5BF816}"/>
              </a:ext>
            </a:extLst>
          </p:cNvPr>
          <p:cNvPicPr>
            <a:picLocks noChangeAspect="1"/>
          </p:cNvPicPr>
          <p:nvPr/>
        </p:nvPicPr>
        <p:blipFill>
          <a:blip r:embed="rId6"/>
          <a:stretch>
            <a:fillRect/>
          </a:stretch>
        </p:blipFill>
        <p:spPr>
          <a:xfrm>
            <a:off x="224302" y="1893413"/>
            <a:ext cx="314369" cy="285790"/>
          </a:xfrm>
          <a:prstGeom prst="rect">
            <a:avLst/>
          </a:prstGeom>
        </p:spPr>
      </p:pic>
      <p:sp>
        <p:nvSpPr>
          <p:cNvPr id="14" name="ZoneTexte 13">
            <a:extLst>
              <a:ext uri="{FF2B5EF4-FFF2-40B4-BE49-F238E27FC236}">
                <a16:creationId xmlns:a16="http://schemas.microsoft.com/office/drawing/2014/main" id="{1DBAA3E2-1263-8241-94CB-F3E96B886EA4}"/>
              </a:ext>
            </a:extLst>
          </p:cNvPr>
          <p:cNvSpPr txBox="1"/>
          <p:nvPr/>
        </p:nvSpPr>
        <p:spPr>
          <a:xfrm>
            <a:off x="444567" y="1869353"/>
            <a:ext cx="1456415" cy="369332"/>
          </a:xfrm>
          <a:prstGeom prst="rect">
            <a:avLst/>
          </a:prstGeom>
          <a:noFill/>
        </p:spPr>
        <p:txBody>
          <a:bodyPr wrap="square">
            <a:spAutoFit/>
          </a:bodyPr>
          <a:lstStyle/>
          <a:p>
            <a:r>
              <a:rPr lang="fr-FR" dirty="0"/>
              <a:t>ES→</a:t>
            </a:r>
            <a:r>
              <a:rPr lang="fr-FR" sz="1200" dirty="0"/>
              <a:t>FR</a:t>
            </a:r>
            <a:endParaRPr lang="fr-FR" dirty="0"/>
          </a:p>
        </p:txBody>
      </p:sp>
      <p:pic>
        <p:nvPicPr>
          <p:cNvPr id="2" name="Image 1">
            <a:extLst>
              <a:ext uri="{FF2B5EF4-FFF2-40B4-BE49-F238E27FC236}">
                <a16:creationId xmlns:a16="http://schemas.microsoft.com/office/drawing/2014/main" id="{026E6C2C-FF75-7FB4-919C-DA9B0CE64D73}"/>
              </a:ext>
            </a:extLst>
          </p:cNvPr>
          <p:cNvPicPr>
            <a:picLocks noChangeAspect="1"/>
          </p:cNvPicPr>
          <p:nvPr/>
        </p:nvPicPr>
        <p:blipFill>
          <a:blip r:embed="rId6"/>
          <a:stretch>
            <a:fillRect/>
          </a:stretch>
        </p:blipFill>
        <p:spPr>
          <a:xfrm>
            <a:off x="224302" y="2378007"/>
            <a:ext cx="314369" cy="285790"/>
          </a:xfrm>
          <a:prstGeom prst="rect">
            <a:avLst/>
          </a:prstGeom>
        </p:spPr>
      </p:pic>
      <p:sp>
        <p:nvSpPr>
          <p:cNvPr id="6" name="ZoneTexte 5">
            <a:extLst>
              <a:ext uri="{FF2B5EF4-FFF2-40B4-BE49-F238E27FC236}">
                <a16:creationId xmlns:a16="http://schemas.microsoft.com/office/drawing/2014/main" id="{E5A5020C-FB6B-C59E-9873-59D401503830}"/>
              </a:ext>
            </a:extLst>
          </p:cNvPr>
          <p:cNvSpPr txBox="1"/>
          <p:nvPr/>
        </p:nvSpPr>
        <p:spPr>
          <a:xfrm>
            <a:off x="437141" y="2379081"/>
            <a:ext cx="790856" cy="276999"/>
          </a:xfrm>
          <a:prstGeom prst="rect">
            <a:avLst/>
          </a:prstGeom>
          <a:noFill/>
        </p:spPr>
        <p:txBody>
          <a:bodyPr wrap="square">
            <a:spAutoFit/>
          </a:bodyPr>
          <a:lstStyle/>
          <a:p>
            <a:r>
              <a:rPr lang="fr-FR" sz="1200" dirty="0" err="1"/>
              <a:t>Auto→</a:t>
            </a:r>
            <a:r>
              <a:rPr lang="fr-FR" sz="1000" dirty="0" err="1"/>
              <a:t>ES</a:t>
            </a:r>
            <a:endParaRPr lang="fr-FR" sz="1200" dirty="0"/>
          </a:p>
        </p:txBody>
      </p:sp>
      <p:pic>
        <p:nvPicPr>
          <p:cNvPr id="7" name="Image 6">
            <a:extLst>
              <a:ext uri="{FF2B5EF4-FFF2-40B4-BE49-F238E27FC236}">
                <a16:creationId xmlns:a16="http://schemas.microsoft.com/office/drawing/2014/main" id="{9EEBE830-2F9A-BEFC-00E5-8CB7FF98BA3E}"/>
              </a:ext>
            </a:extLst>
          </p:cNvPr>
          <p:cNvPicPr>
            <a:picLocks noChangeAspect="1"/>
          </p:cNvPicPr>
          <p:nvPr/>
        </p:nvPicPr>
        <p:blipFill>
          <a:blip r:embed="rId6"/>
          <a:stretch>
            <a:fillRect/>
          </a:stretch>
        </p:blipFill>
        <p:spPr>
          <a:xfrm>
            <a:off x="216875" y="2869362"/>
            <a:ext cx="314369" cy="285790"/>
          </a:xfrm>
          <a:prstGeom prst="rect">
            <a:avLst/>
          </a:prstGeom>
        </p:spPr>
      </p:pic>
      <p:sp>
        <p:nvSpPr>
          <p:cNvPr id="8" name="ZoneTexte 7">
            <a:extLst>
              <a:ext uri="{FF2B5EF4-FFF2-40B4-BE49-F238E27FC236}">
                <a16:creationId xmlns:a16="http://schemas.microsoft.com/office/drawing/2014/main" id="{458DB10F-9E41-693F-8AB1-BB9B21DB506B}"/>
              </a:ext>
            </a:extLst>
          </p:cNvPr>
          <p:cNvSpPr txBox="1"/>
          <p:nvPr/>
        </p:nvSpPr>
        <p:spPr>
          <a:xfrm>
            <a:off x="437140" y="2845302"/>
            <a:ext cx="468863" cy="369332"/>
          </a:xfrm>
          <a:prstGeom prst="rect">
            <a:avLst/>
          </a:prstGeom>
          <a:noFill/>
        </p:spPr>
        <p:txBody>
          <a:bodyPr wrap="square">
            <a:spAutoFit/>
          </a:bodyPr>
          <a:lstStyle/>
          <a:p>
            <a:r>
              <a:rPr lang="fr-FR" dirty="0"/>
              <a:t>ES</a:t>
            </a:r>
          </a:p>
        </p:txBody>
      </p:sp>
      <p:pic>
        <p:nvPicPr>
          <p:cNvPr id="1026" name="Picture 2">
            <a:extLst>
              <a:ext uri="{FF2B5EF4-FFF2-40B4-BE49-F238E27FC236}">
                <a16:creationId xmlns:a16="http://schemas.microsoft.com/office/drawing/2014/main" id="{07018930-E71C-FC10-E266-71B45E21B4F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7538" y="1475262"/>
            <a:ext cx="281133" cy="189765"/>
          </a:xfrm>
          <a:prstGeom prst="rect">
            <a:avLst/>
          </a:prstGeom>
          <a:noFill/>
          <a:extLst>
            <a:ext uri="{909E8E84-426E-40DD-AFC4-6F175D3DCCD1}">
              <a14:hiddenFill xmlns:a14="http://schemas.microsoft.com/office/drawing/2010/main">
                <a:solidFill>
                  <a:srgbClr val="FFFFFF"/>
                </a:solidFill>
              </a14:hiddenFill>
            </a:ext>
          </a:extLst>
        </p:spPr>
      </p:pic>
      <p:sp>
        <p:nvSpPr>
          <p:cNvPr id="13" name="ZoneTexte 12">
            <a:extLst>
              <a:ext uri="{FF2B5EF4-FFF2-40B4-BE49-F238E27FC236}">
                <a16:creationId xmlns:a16="http://schemas.microsoft.com/office/drawing/2014/main" id="{8E27B013-275F-BD55-B092-A874E1A08D25}"/>
              </a:ext>
            </a:extLst>
          </p:cNvPr>
          <p:cNvSpPr txBox="1"/>
          <p:nvPr/>
        </p:nvSpPr>
        <p:spPr>
          <a:xfrm>
            <a:off x="4001577" y="45994"/>
            <a:ext cx="4495531" cy="369332"/>
          </a:xfrm>
          <a:prstGeom prst="rect">
            <a:avLst/>
          </a:prstGeom>
          <a:noFill/>
        </p:spPr>
        <p:txBody>
          <a:bodyPr wrap="square">
            <a:spAutoFit/>
          </a:bodyPr>
          <a:lstStyle/>
          <a:p>
            <a:pPr>
              <a:buNone/>
            </a:pPr>
            <a:r>
              <a:rPr lang="fr-FR" dirty="0"/>
              <a:t>Avant réponse : comme maintenant</a:t>
            </a:r>
          </a:p>
        </p:txBody>
      </p:sp>
      <p:pic>
        <p:nvPicPr>
          <p:cNvPr id="33" name="Image 32">
            <a:extLst>
              <a:ext uri="{FF2B5EF4-FFF2-40B4-BE49-F238E27FC236}">
                <a16:creationId xmlns:a16="http://schemas.microsoft.com/office/drawing/2014/main" id="{06F875E9-2A71-3F76-FD4B-D0E070078989}"/>
              </a:ext>
            </a:extLst>
          </p:cNvPr>
          <p:cNvPicPr>
            <a:picLocks noChangeAspect="1"/>
          </p:cNvPicPr>
          <p:nvPr/>
        </p:nvPicPr>
        <p:blipFill>
          <a:blip r:embed="rId8"/>
          <a:stretch>
            <a:fillRect/>
          </a:stretch>
        </p:blipFill>
        <p:spPr>
          <a:xfrm>
            <a:off x="6824482" y="885758"/>
            <a:ext cx="1124107" cy="438211"/>
          </a:xfrm>
          <a:prstGeom prst="rect">
            <a:avLst/>
          </a:prstGeom>
        </p:spPr>
      </p:pic>
      <p:pic>
        <p:nvPicPr>
          <p:cNvPr id="41" name="Image 40">
            <a:extLst>
              <a:ext uri="{FF2B5EF4-FFF2-40B4-BE49-F238E27FC236}">
                <a16:creationId xmlns:a16="http://schemas.microsoft.com/office/drawing/2014/main" id="{AC8D5385-55BB-44F1-67D2-FCA067844C88}"/>
              </a:ext>
            </a:extLst>
          </p:cNvPr>
          <p:cNvPicPr>
            <a:picLocks noChangeAspect="1"/>
          </p:cNvPicPr>
          <p:nvPr/>
        </p:nvPicPr>
        <p:blipFill>
          <a:blip r:embed="rId9"/>
          <a:stretch>
            <a:fillRect/>
          </a:stretch>
        </p:blipFill>
        <p:spPr>
          <a:xfrm>
            <a:off x="6824482" y="497184"/>
            <a:ext cx="895475" cy="447737"/>
          </a:xfrm>
          <a:prstGeom prst="rect">
            <a:avLst/>
          </a:prstGeom>
        </p:spPr>
      </p:pic>
      <p:sp>
        <p:nvSpPr>
          <p:cNvPr id="44" name="ZoneTexte 43">
            <a:extLst>
              <a:ext uri="{FF2B5EF4-FFF2-40B4-BE49-F238E27FC236}">
                <a16:creationId xmlns:a16="http://schemas.microsoft.com/office/drawing/2014/main" id="{5FCBF1A9-58B1-106F-EA0F-7F1F1DE647BE}"/>
              </a:ext>
            </a:extLst>
          </p:cNvPr>
          <p:cNvSpPr txBox="1"/>
          <p:nvPr/>
        </p:nvSpPr>
        <p:spPr>
          <a:xfrm>
            <a:off x="3122105" y="604192"/>
            <a:ext cx="3702378" cy="1754326"/>
          </a:xfrm>
          <a:prstGeom prst="rect">
            <a:avLst/>
          </a:prstGeom>
          <a:noFill/>
        </p:spPr>
        <p:txBody>
          <a:bodyPr wrap="square">
            <a:spAutoFit/>
          </a:bodyPr>
          <a:lstStyle/>
          <a:p>
            <a:r>
              <a:rPr lang="fr-FR" dirty="0"/>
              <a:t>Auto</a:t>
            </a:r>
          </a:p>
          <a:p>
            <a:r>
              <a:rPr lang="fr-FR" dirty="0"/>
              <a:t>Ou Langue choisie</a:t>
            </a:r>
          </a:p>
          <a:p>
            <a:endParaRPr lang="fr-FR" dirty="0"/>
          </a:p>
          <a:p>
            <a:r>
              <a:rPr lang="fr-FR" dirty="0"/>
              <a:t>Auto fr</a:t>
            </a:r>
          </a:p>
          <a:p>
            <a:r>
              <a:rPr lang="fr-FR" dirty="0"/>
              <a:t>ou Langue choisie fr</a:t>
            </a:r>
          </a:p>
          <a:p>
            <a:endParaRPr lang="fr-FR" dirty="0"/>
          </a:p>
        </p:txBody>
      </p:sp>
      <p:sp>
        <p:nvSpPr>
          <p:cNvPr id="45" name="ZoneTexte 44">
            <a:extLst>
              <a:ext uri="{FF2B5EF4-FFF2-40B4-BE49-F238E27FC236}">
                <a16:creationId xmlns:a16="http://schemas.microsoft.com/office/drawing/2014/main" id="{4AA88C5C-0311-4684-1B4A-0A720E271C9B}"/>
              </a:ext>
            </a:extLst>
          </p:cNvPr>
          <p:cNvSpPr txBox="1"/>
          <p:nvPr/>
        </p:nvSpPr>
        <p:spPr>
          <a:xfrm>
            <a:off x="3122105" y="2444461"/>
            <a:ext cx="4495531" cy="646331"/>
          </a:xfrm>
          <a:prstGeom prst="rect">
            <a:avLst/>
          </a:prstGeom>
          <a:noFill/>
        </p:spPr>
        <p:txBody>
          <a:bodyPr wrap="square">
            <a:spAutoFit/>
          </a:bodyPr>
          <a:lstStyle/>
          <a:p>
            <a:pPr>
              <a:buNone/>
            </a:pPr>
            <a:r>
              <a:rPr lang="fr-FR" dirty="0"/>
              <a:t>Après réponse. On affiche en plus ce qui a réellement été détecté ou utilisé </a:t>
            </a:r>
          </a:p>
        </p:txBody>
      </p:sp>
      <p:pic>
        <p:nvPicPr>
          <p:cNvPr id="47" name="Image 46">
            <a:extLst>
              <a:ext uri="{FF2B5EF4-FFF2-40B4-BE49-F238E27FC236}">
                <a16:creationId xmlns:a16="http://schemas.microsoft.com/office/drawing/2014/main" id="{D2F58146-035B-7F3E-E020-5265262BF2A7}"/>
              </a:ext>
            </a:extLst>
          </p:cNvPr>
          <p:cNvPicPr>
            <a:picLocks noChangeAspect="1"/>
          </p:cNvPicPr>
          <p:nvPr/>
        </p:nvPicPr>
        <p:blipFill>
          <a:blip r:embed="rId10"/>
          <a:stretch>
            <a:fillRect/>
          </a:stretch>
        </p:blipFill>
        <p:spPr>
          <a:xfrm>
            <a:off x="6795904" y="1384875"/>
            <a:ext cx="1181265" cy="438211"/>
          </a:xfrm>
          <a:prstGeom prst="rect">
            <a:avLst/>
          </a:prstGeom>
        </p:spPr>
      </p:pic>
      <p:pic>
        <p:nvPicPr>
          <p:cNvPr id="49" name="Image 48">
            <a:extLst>
              <a:ext uri="{FF2B5EF4-FFF2-40B4-BE49-F238E27FC236}">
                <a16:creationId xmlns:a16="http://schemas.microsoft.com/office/drawing/2014/main" id="{F113BF36-561D-5ACC-2CDA-3B1B90FAAFDB}"/>
              </a:ext>
            </a:extLst>
          </p:cNvPr>
          <p:cNvPicPr>
            <a:picLocks noChangeAspect="1"/>
          </p:cNvPicPr>
          <p:nvPr/>
        </p:nvPicPr>
        <p:blipFill>
          <a:blip r:embed="rId11"/>
          <a:stretch>
            <a:fillRect/>
          </a:stretch>
        </p:blipFill>
        <p:spPr>
          <a:xfrm>
            <a:off x="6802670" y="1761318"/>
            <a:ext cx="1209844" cy="447737"/>
          </a:xfrm>
          <a:prstGeom prst="rect">
            <a:avLst/>
          </a:prstGeom>
        </p:spPr>
      </p:pic>
      <p:pic>
        <p:nvPicPr>
          <p:cNvPr id="50" name="Image 49">
            <a:extLst>
              <a:ext uri="{FF2B5EF4-FFF2-40B4-BE49-F238E27FC236}">
                <a16:creationId xmlns:a16="http://schemas.microsoft.com/office/drawing/2014/main" id="{F5A3E641-AED3-88BF-5D16-3800C4C1FCEF}"/>
              </a:ext>
            </a:extLst>
          </p:cNvPr>
          <p:cNvPicPr>
            <a:picLocks noChangeAspect="1"/>
          </p:cNvPicPr>
          <p:nvPr/>
        </p:nvPicPr>
        <p:blipFill>
          <a:blip r:embed="rId8"/>
          <a:stretch>
            <a:fillRect/>
          </a:stretch>
        </p:blipFill>
        <p:spPr>
          <a:xfrm>
            <a:off x="9374175" y="725815"/>
            <a:ext cx="1124107" cy="438211"/>
          </a:xfrm>
          <a:prstGeom prst="rect">
            <a:avLst/>
          </a:prstGeom>
        </p:spPr>
      </p:pic>
      <p:sp>
        <p:nvSpPr>
          <p:cNvPr id="51" name="ZoneTexte 50">
            <a:extLst>
              <a:ext uri="{FF2B5EF4-FFF2-40B4-BE49-F238E27FC236}">
                <a16:creationId xmlns:a16="http://schemas.microsoft.com/office/drawing/2014/main" id="{1B69F3DA-A5CF-830B-DB66-000CD7EC00F0}"/>
              </a:ext>
            </a:extLst>
          </p:cNvPr>
          <p:cNvSpPr txBox="1"/>
          <p:nvPr/>
        </p:nvSpPr>
        <p:spPr>
          <a:xfrm>
            <a:off x="3093526" y="3267096"/>
            <a:ext cx="3702378" cy="1200329"/>
          </a:xfrm>
          <a:prstGeom prst="rect">
            <a:avLst/>
          </a:prstGeom>
          <a:noFill/>
        </p:spPr>
        <p:txBody>
          <a:bodyPr wrap="square">
            <a:spAutoFit/>
          </a:bodyPr>
          <a:lstStyle/>
          <a:p>
            <a:r>
              <a:rPr lang="fr-FR" dirty="0"/>
              <a:t>Auto + Langue non supportée</a:t>
            </a:r>
          </a:p>
          <a:p>
            <a:r>
              <a:rPr lang="fr-FR" dirty="0"/>
              <a:t>ou</a:t>
            </a:r>
          </a:p>
          <a:p>
            <a:r>
              <a:rPr lang="fr-FR" dirty="0"/>
              <a:t>Auto fr+ Langue non supportée</a:t>
            </a:r>
          </a:p>
          <a:p>
            <a:endParaRPr lang="fr-FR" dirty="0"/>
          </a:p>
        </p:txBody>
      </p:sp>
      <p:pic>
        <p:nvPicPr>
          <p:cNvPr id="52" name="Image 51">
            <a:extLst>
              <a:ext uri="{FF2B5EF4-FFF2-40B4-BE49-F238E27FC236}">
                <a16:creationId xmlns:a16="http://schemas.microsoft.com/office/drawing/2014/main" id="{9EE63493-D6C8-0F20-D5A8-782973B9BB4C}"/>
              </a:ext>
            </a:extLst>
          </p:cNvPr>
          <p:cNvPicPr>
            <a:picLocks noChangeAspect="1"/>
          </p:cNvPicPr>
          <p:nvPr/>
        </p:nvPicPr>
        <p:blipFill>
          <a:blip r:embed="rId10"/>
          <a:stretch>
            <a:fillRect/>
          </a:stretch>
        </p:blipFill>
        <p:spPr>
          <a:xfrm>
            <a:off x="9345597" y="1224932"/>
            <a:ext cx="1181265" cy="438211"/>
          </a:xfrm>
          <a:prstGeom prst="rect">
            <a:avLst/>
          </a:prstGeom>
        </p:spPr>
      </p:pic>
      <p:pic>
        <p:nvPicPr>
          <p:cNvPr id="53" name="Image 52">
            <a:extLst>
              <a:ext uri="{FF2B5EF4-FFF2-40B4-BE49-F238E27FC236}">
                <a16:creationId xmlns:a16="http://schemas.microsoft.com/office/drawing/2014/main" id="{EB26623E-0618-382B-C6EF-8F3C538E3DA7}"/>
              </a:ext>
            </a:extLst>
          </p:cNvPr>
          <p:cNvPicPr>
            <a:picLocks noChangeAspect="1"/>
          </p:cNvPicPr>
          <p:nvPr/>
        </p:nvPicPr>
        <p:blipFill>
          <a:blip r:embed="rId11"/>
          <a:stretch>
            <a:fillRect/>
          </a:stretch>
        </p:blipFill>
        <p:spPr>
          <a:xfrm>
            <a:off x="9352363" y="1601375"/>
            <a:ext cx="1209844" cy="447737"/>
          </a:xfrm>
          <a:prstGeom prst="rect">
            <a:avLst/>
          </a:prstGeom>
        </p:spPr>
      </p:pic>
      <p:pic>
        <p:nvPicPr>
          <p:cNvPr id="54" name="Image 53">
            <a:extLst>
              <a:ext uri="{FF2B5EF4-FFF2-40B4-BE49-F238E27FC236}">
                <a16:creationId xmlns:a16="http://schemas.microsoft.com/office/drawing/2014/main" id="{35E33E31-9F2A-011B-EB28-BF42BBEE5AFA}"/>
              </a:ext>
            </a:extLst>
          </p:cNvPr>
          <p:cNvPicPr>
            <a:picLocks noChangeAspect="1"/>
          </p:cNvPicPr>
          <p:nvPr/>
        </p:nvPicPr>
        <p:blipFill>
          <a:blip r:embed="rId9"/>
          <a:stretch>
            <a:fillRect/>
          </a:stretch>
        </p:blipFill>
        <p:spPr>
          <a:xfrm>
            <a:off x="6715395" y="3200053"/>
            <a:ext cx="895475" cy="447737"/>
          </a:xfrm>
          <a:prstGeom prst="rect">
            <a:avLst/>
          </a:prstGeom>
        </p:spPr>
      </p:pic>
      <p:pic>
        <p:nvPicPr>
          <p:cNvPr id="55" name="Image 54">
            <a:extLst>
              <a:ext uri="{FF2B5EF4-FFF2-40B4-BE49-F238E27FC236}">
                <a16:creationId xmlns:a16="http://schemas.microsoft.com/office/drawing/2014/main" id="{7F703461-BCA0-DA3F-F0B4-CA9BABD8763F}"/>
              </a:ext>
            </a:extLst>
          </p:cNvPr>
          <p:cNvPicPr>
            <a:picLocks noChangeAspect="1"/>
          </p:cNvPicPr>
          <p:nvPr/>
        </p:nvPicPr>
        <p:blipFill>
          <a:blip r:embed="rId10"/>
          <a:stretch>
            <a:fillRect/>
          </a:stretch>
        </p:blipFill>
        <p:spPr>
          <a:xfrm>
            <a:off x="6674820" y="3713832"/>
            <a:ext cx="1181265" cy="438211"/>
          </a:xfrm>
          <a:prstGeom prst="rect">
            <a:avLst/>
          </a:prstGeom>
        </p:spPr>
      </p:pic>
      <p:pic>
        <p:nvPicPr>
          <p:cNvPr id="56" name="Picture 2">
            <a:extLst>
              <a:ext uri="{FF2B5EF4-FFF2-40B4-BE49-F238E27FC236}">
                <a16:creationId xmlns:a16="http://schemas.microsoft.com/office/drawing/2014/main" id="{61FDA0B3-FE66-2D33-8CD5-A8957F6870E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60690" y="3323679"/>
            <a:ext cx="281133" cy="189765"/>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2">
            <a:extLst>
              <a:ext uri="{FF2B5EF4-FFF2-40B4-BE49-F238E27FC236}">
                <a16:creationId xmlns:a16="http://schemas.microsoft.com/office/drawing/2014/main" id="{AB359828-4506-EA71-6C27-AF14C6B0611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56085" y="3847197"/>
            <a:ext cx="281133" cy="189765"/>
          </a:xfrm>
          <a:prstGeom prst="rect">
            <a:avLst/>
          </a:prstGeom>
          <a:noFill/>
          <a:extLst>
            <a:ext uri="{909E8E84-426E-40DD-AFC4-6F175D3DCCD1}">
              <a14:hiddenFill xmlns:a14="http://schemas.microsoft.com/office/drawing/2010/main">
                <a:solidFill>
                  <a:srgbClr val="FFFFFF"/>
                </a:solidFill>
              </a14:hiddenFill>
            </a:ext>
          </a:extLst>
        </p:spPr>
      </p:pic>
      <p:pic>
        <p:nvPicPr>
          <p:cNvPr id="58" name="Image 57">
            <a:extLst>
              <a:ext uri="{FF2B5EF4-FFF2-40B4-BE49-F238E27FC236}">
                <a16:creationId xmlns:a16="http://schemas.microsoft.com/office/drawing/2014/main" id="{8931FABF-939F-579C-622C-2C9F6111119E}"/>
              </a:ext>
            </a:extLst>
          </p:cNvPr>
          <p:cNvPicPr>
            <a:picLocks noChangeAspect="1"/>
          </p:cNvPicPr>
          <p:nvPr/>
        </p:nvPicPr>
        <p:blipFill>
          <a:blip r:embed="rId8"/>
          <a:stretch>
            <a:fillRect/>
          </a:stretch>
        </p:blipFill>
        <p:spPr>
          <a:xfrm>
            <a:off x="6824482" y="5241968"/>
            <a:ext cx="1124107" cy="438211"/>
          </a:xfrm>
          <a:prstGeom prst="rect">
            <a:avLst/>
          </a:prstGeom>
        </p:spPr>
      </p:pic>
      <p:pic>
        <p:nvPicPr>
          <p:cNvPr id="59" name="Image 58">
            <a:extLst>
              <a:ext uri="{FF2B5EF4-FFF2-40B4-BE49-F238E27FC236}">
                <a16:creationId xmlns:a16="http://schemas.microsoft.com/office/drawing/2014/main" id="{E24DFBE2-73C0-61AD-C89A-B58E291CF880}"/>
              </a:ext>
            </a:extLst>
          </p:cNvPr>
          <p:cNvPicPr>
            <a:picLocks noChangeAspect="1"/>
          </p:cNvPicPr>
          <p:nvPr/>
        </p:nvPicPr>
        <p:blipFill>
          <a:blip r:embed="rId9"/>
          <a:stretch>
            <a:fillRect/>
          </a:stretch>
        </p:blipFill>
        <p:spPr>
          <a:xfrm>
            <a:off x="6824482" y="4853394"/>
            <a:ext cx="895475" cy="447737"/>
          </a:xfrm>
          <a:prstGeom prst="rect">
            <a:avLst/>
          </a:prstGeom>
        </p:spPr>
      </p:pic>
      <p:sp>
        <p:nvSpPr>
          <p:cNvPr id="60" name="ZoneTexte 59">
            <a:extLst>
              <a:ext uri="{FF2B5EF4-FFF2-40B4-BE49-F238E27FC236}">
                <a16:creationId xmlns:a16="http://schemas.microsoft.com/office/drawing/2014/main" id="{9D16A202-F22C-8B51-2447-EADC663963F3}"/>
              </a:ext>
            </a:extLst>
          </p:cNvPr>
          <p:cNvSpPr txBox="1"/>
          <p:nvPr/>
        </p:nvSpPr>
        <p:spPr>
          <a:xfrm>
            <a:off x="3122105" y="4960402"/>
            <a:ext cx="3702378" cy="1754326"/>
          </a:xfrm>
          <a:prstGeom prst="rect">
            <a:avLst/>
          </a:prstGeom>
          <a:noFill/>
        </p:spPr>
        <p:txBody>
          <a:bodyPr wrap="square">
            <a:spAutoFit/>
          </a:bodyPr>
          <a:lstStyle/>
          <a:p>
            <a:r>
              <a:rPr lang="fr-FR" dirty="0"/>
              <a:t>Auto</a:t>
            </a:r>
          </a:p>
          <a:p>
            <a:r>
              <a:rPr lang="fr-FR" dirty="0"/>
              <a:t>Ou Langue choisie</a:t>
            </a:r>
          </a:p>
          <a:p>
            <a:endParaRPr lang="fr-FR" dirty="0"/>
          </a:p>
          <a:p>
            <a:r>
              <a:rPr lang="fr-FR" dirty="0"/>
              <a:t>Auto fr</a:t>
            </a:r>
          </a:p>
          <a:p>
            <a:r>
              <a:rPr lang="fr-FR" dirty="0"/>
              <a:t>ou Langue choisie fr</a:t>
            </a:r>
          </a:p>
          <a:p>
            <a:endParaRPr lang="fr-FR" dirty="0"/>
          </a:p>
        </p:txBody>
      </p:sp>
      <p:pic>
        <p:nvPicPr>
          <p:cNvPr id="61" name="Image 60">
            <a:extLst>
              <a:ext uri="{FF2B5EF4-FFF2-40B4-BE49-F238E27FC236}">
                <a16:creationId xmlns:a16="http://schemas.microsoft.com/office/drawing/2014/main" id="{05435C1E-9CBD-C71B-F00F-D2025A0613AF}"/>
              </a:ext>
            </a:extLst>
          </p:cNvPr>
          <p:cNvPicPr>
            <a:picLocks noChangeAspect="1"/>
          </p:cNvPicPr>
          <p:nvPr/>
        </p:nvPicPr>
        <p:blipFill>
          <a:blip r:embed="rId10"/>
          <a:stretch>
            <a:fillRect/>
          </a:stretch>
        </p:blipFill>
        <p:spPr>
          <a:xfrm>
            <a:off x="6795904" y="5741085"/>
            <a:ext cx="1181265" cy="438211"/>
          </a:xfrm>
          <a:prstGeom prst="rect">
            <a:avLst/>
          </a:prstGeom>
        </p:spPr>
      </p:pic>
      <p:pic>
        <p:nvPicPr>
          <p:cNvPr id="62" name="Image 61">
            <a:extLst>
              <a:ext uri="{FF2B5EF4-FFF2-40B4-BE49-F238E27FC236}">
                <a16:creationId xmlns:a16="http://schemas.microsoft.com/office/drawing/2014/main" id="{CE49362F-7695-410C-4AB1-18597ECADCEA}"/>
              </a:ext>
            </a:extLst>
          </p:cNvPr>
          <p:cNvPicPr>
            <a:picLocks noChangeAspect="1"/>
          </p:cNvPicPr>
          <p:nvPr/>
        </p:nvPicPr>
        <p:blipFill>
          <a:blip r:embed="rId11"/>
          <a:stretch>
            <a:fillRect/>
          </a:stretch>
        </p:blipFill>
        <p:spPr>
          <a:xfrm>
            <a:off x="6802670" y="6117528"/>
            <a:ext cx="1209844" cy="447737"/>
          </a:xfrm>
          <a:prstGeom prst="rect">
            <a:avLst/>
          </a:prstGeom>
        </p:spPr>
      </p:pic>
    </p:spTree>
    <p:extLst>
      <p:ext uri="{BB962C8B-B14F-4D97-AF65-F5344CB8AC3E}">
        <p14:creationId xmlns:p14="http://schemas.microsoft.com/office/powerpoint/2010/main" val="31676284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24CD9-D0DE-87EB-5864-0D42D2EEDD41}"/>
            </a:ext>
          </a:extLst>
        </p:cNvPr>
        <p:cNvGrpSpPr/>
        <p:nvPr/>
      </p:nvGrpSpPr>
      <p:grpSpPr>
        <a:xfrm>
          <a:off x="0" y="0"/>
          <a:ext cx="0" cy="0"/>
          <a:chOff x="0" y="0"/>
          <a:chExt cx="0" cy="0"/>
        </a:xfrm>
      </p:grpSpPr>
      <p:pic>
        <p:nvPicPr>
          <p:cNvPr id="5" name="Image 4">
            <a:extLst>
              <a:ext uri="{FF2B5EF4-FFF2-40B4-BE49-F238E27FC236}">
                <a16:creationId xmlns:a16="http://schemas.microsoft.com/office/drawing/2014/main" id="{4F473E65-67FE-5DB8-282D-A4DBC632EA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119" y="0"/>
            <a:ext cx="2322640" cy="624894"/>
          </a:xfrm>
          <a:prstGeom prst="rect">
            <a:avLst/>
          </a:prstGeom>
        </p:spPr>
      </p:pic>
      <p:pic>
        <p:nvPicPr>
          <p:cNvPr id="11" name="Image 10">
            <a:extLst>
              <a:ext uri="{FF2B5EF4-FFF2-40B4-BE49-F238E27FC236}">
                <a16:creationId xmlns:a16="http://schemas.microsoft.com/office/drawing/2014/main" id="{FD86B785-7AA2-EF57-0D70-BA9F049D3D1E}"/>
              </a:ext>
            </a:extLst>
          </p:cNvPr>
          <p:cNvPicPr>
            <a:picLocks noChangeAspect="1"/>
          </p:cNvPicPr>
          <p:nvPr/>
        </p:nvPicPr>
        <p:blipFill>
          <a:blip r:embed="rId3"/>
          <a:stretch>
            <a:fillRect/>
          </a:stretch>
        </p:blipFill>
        <p:spPr>
          <a:xfrm>
            <a:off x="9270075" y="209568"/>
            <a:ext cx="228620" cy="205758"/>
          </a:xfrm>
          <a:prstGeom prst="rect">
            <a:avLst/>
          </a:prstGeom>
        </p:spPr>
      </p:pic>
      <p:sp>
        <p:nvSpPr>
          <p:cNvPr id="15" name="ZoneTexte 14">
            <a:extLst>
              <a:ext uri="{FF2B5EF4-FFF2-40B4-BE49-F238E27FC236}">
                <a16:creationId xmlns:a16="http://schemas.microsoft.com/office/drawing/2014/main" id="{9F17377A-6C04-340F-28CE-8F94358C288D}"/>
              </a:ext>
            </a:extLst>
          </p:cNvPr>
          <p:cNvSpPr txBox="1"/>
          <p:nvPr/>
        </p:nvSpPr>
        <p:spPr>
          <a:xfrm>
            <a:off x="4350258" y="6642556"/>
            <a:ext cx="6158484" cy="215444"/>
          </a:xfrm>
          <a:prstGeom prst="rect">
            <a:avLst/>
          </a:prstGeom>
          <a:noFill/>
        </p:spPr>
        <p:txBody>
          <a:bodyPr wrap="square">
            <a:spAutoFit/>
          </a:bodyPr>
          <a:lstStyle/>
          <a:p>
            <a:r>
              <a:rPr lang="fr-FR" sz="800" dirty="0"/>
              <a:t>📚 V1.2  15/10/2025 22:30 | 🏥 API 1.5 16/10/2025 10:30   | 📊 1000.db | 🔍Lexical | 👸1000 </a:t>
            </a:r>
          </a:p>
        </p:txBody>
      </p:sp>
      <p:pic>
        <p:nvPicPr>
          <p:cNvPr id="16" name="Picture 2" descr="Paramètre PNG Images | Vecteurs Et Fichiers PSD | Téléchargement Gratuit  Sur Pngtree">
            <a:extLst>
              <a:ext uri="{FF2B5EF4-FFF2-40B4-BE49-F238E27FC236}">
                <a16:creationId xmlns:a16="http://schemas.microsoft.com/office/drawing/2014/main" id="{5BF540DA-A791-1B29-27B2-2A07E7C0E80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714797" y="0"/>
            <a:ext cx="477203" cy="477203"/>
          </a:xfrm>
          <a:prstGeom prst="rect">
            <a:avLst/>
          </a:prstGeom>
          <a:noFill/>
          <a:extLst>
            <a:ext uri="{909E8E84-426E-40DD-AFC4-6F175D3DCCD1}">
              <a14:hiddenFill xmlns:a14="http://schemas.microsoft.com/office/drawing/2010/main">
                <a:solidFill>
                  <a:srgbClr val="FFFFFF"/>
                </a:solidFill>
              </a14:hiddenFill>
            </a:ext>
          </a:extLst>
        </p:spPr>
      </p:pic>
      <p:pic>
        <p:nvPicPr>
          <p:cNvPr id="19" name="Image 18">
            <a:extLst>
              <a:ext uri="{FF2B5EF4-FFF2-40B4-BE49-F238E27FC236}">
                <a16:creationId xmlns:a16="http://schemas.microsoft.com/office/drawing/2014/main" id="{F9E24FEE-F5B8-511C-DEE6-11968BBAFAC1}"/>
              </a:ext>
            </a:extLst>
          </p:cNvPr>
          <p:cNvPicPr>
            <a:picLocks noChangeAspect="1"/>
          </p:cNvPicPr>
          <p:nvPr/>
        </p:nvPicPr>
        <p:blipFill>
          <a:blip r:embed="rId5"/>
          <a:stretch>
            <a:fillRect/>
          </a:stretch>
        </p:blipFill>
        <p:spPr>
          <a:xfrm flipV="1">
            <a:off x="-62119" y="6581650"/>
            <a:ext cx="12192000" cy="87890"/>
          </a:xfrm>
          <a:prstGeom prst="rect">
            <a:avLst/>
          </a:prstGeom>
        </p:spPr>
      </p:pic>
      <p:sp>
        <p:nvSpPr>
          <p:cNvPr id="10" name="ZoneTexte 9">
            <a:extLst>
              <a:ext uri="{FF2B5EF4-FFF2-40B4-BE49-F238E27FC236}">
                <a16:creationId xmlns:a16="http://schemas.microsoft.com/office/drawing/2014/main" id="{015CD4B0-FC54-1ABE-0B7E-ED5A5E4873E2}"/>
              </a:ext>
            </a:extLst>
          </p:cNvPr>
          <p:cNvSpPr txBox="1"/>
          <p:nvPr/>
        </p:nvSpPr>
        <p:spPr>
          <a:xfrm>
            <a:off x="505434" y="1379082"/>
            <a:ext cx="1058937" cy="369332"/>
          </a:xfrm>
          <a:prstGeom prst="rect">
            <a:avLst/>
          </a:prstGeom>
          <a:noFill/>
        </p:spPr>
        <p:txBody>
          <a:bodyPr wrap="square">
            <a:spAutoFit/>
          </a:bodyPr>
          <a:lstStyle/>
          <a:p>
            <a:r>
              <a:rPr lang="fr-FR" dirty="0" err="1"/>
              <a:t>Auto→</a:t>
            </a:r>
            <a:r>
              <a:rPr lang="fr-FR" sz="1200" dirty="0" err="1"/>
              <a:t>TR</a:t>
            </a:r>
            <a:endParaRPr lang="fr-FR" dirty="0"/>
          </a:p>
        </p:txBody>
      </p:sp>
      <p:pic>
        <p:nvPicPr>
          <p:cNvPr id="12" name="Image 11">
            <a:extLst>
              <a:ext uri="{FF2B5EF4-FFF2-40B4-BE49-F238E27FC236}">
                <a16:creationId xmlns:a16="http://schemas.microsoft.com/office/drawing/2014/main" id="{7BB33BC4-B01D-B194-5C01-12A5FAF1ED42}"/>
              </a:ext>
            </a:extLst>
          </p:cNvPr>
          <p:cNvPicPr>
            <a:picLocks noChangeAspect="1"/>
          </p:cNvPicPr>
          <p:nvPr/>
        </p:nvPicPr>
        <p:blipFill>
          <a:blip r:embed="rId6"/>
          <a:stretch>
            <a:fillRect/>
          </a:stretch>
        </p:blipFill>
        <p:spPr>
          <a:xfrm>
            <a:off x="224302" y="1893413"/>
            <a:ext cx="314369" cy="285790"/>
          </a:xfrm>
          <a:prstGeom prst="rect">
            <a:avLst/>
          </a:prstGeom>
        </p:spPr>
      </p:pic>
      <p:sp>
        <p:nvSpPr>
          <p:cNvPr id="14" name="ZoneTexte 13">
            <a:extLst>
              <a:ext uri="{FF2B5EF4-FFF2-40B4-BE49-F238E27FC236}">
                <a16:creationId xmlns:a16="http://schemas.microsoft.com/office/drawing/2014/main" id="{A11156B3-FAF0-F83A-D990-4594941BC96B}"/>
              </a:ext>
            </a:extLst>
          </p:cNvPr>
          <p:cNvSpPr txBox="1"/>
          <p:nvPr/>
        </p:nvSpPr>
        <p:spPr>
          <a:xfrm>
            <a:off x="444567" y="1869353"/>
            <a:ext cx="1456415" cy="369332"/>
          </a:xfrm>
          <a:prstGeom prst="rect">
            <a:avLst/>
          </a:prstGeom>
          <a:noFill/>
        </p:spPr>
        <p:txBody>
          <a:bodyPr wrap="square">
            <a:spAutoFit/>
          </a:bodyPr>
          <a:lstStyle/>
          <a:p>
            <a:r>
              <a:rPr lang="fr-FR" dirty="0"/>
              <a:t>ES→</a:t>
            </a:r>
            <a:r>
              <a:rPr lang="fr-FR" sz="1200" dirty="0"/>
              <a:t>FR</a:t>
            </a:r>
            <a:endParaRPr lang="fr-FR" dirty="0"/>
          </a:p>
        </p:txBody>
      </p:sp>
      <p:pic>
        <p:nvPicPr>
          <p:cNvPr id="2" name="Image 1">
            <a:extLst>
              <a:ext uri="{FF2B5EF4-FFF2-40B4-BE49-F238E27FC236}">
                <a16:creationId xmlns:a16="http://schemas.microsoft.com/office/drawing/2014/main" id="{DDADF080-2DB5-6716-8ABA-2CD00C41A390}"/>
              </a:ext>
            </a:extLst>
          </p:cNvPr>
          <p:cNvPicPr>
            <a:picLocks noChangeAspect="1"/>
          </p:cNvPicPr>
          <p:nvPr/>
        </p:nvPicPr>
        <p:blipFill>
          <a:blip r:embed="rId6"/>
          <a:stretch>
            <a:fillRect/>
          </a:stretch>
        </p:blipFill>
        <p:spPr>
          <a:xfrm>
            <a:off x="224302" y="2378007"/>
            <a:ext cx="314369" cy="285790"/>
          </a:xfrm>
          <a:prstGeom prst="rect">
            <a:avLst/>
          </a:prstGeom>
        </p:spPr>
      </p:pic>
      <p:sp>
        <p:nvSpPr>
          <p:cNvPr id="6" name="ZoneTexte 5">
            <a:extLst>
              <a:ext uri="{FF2B5EF4-FFF2-40B4-BE49-F238E27FC236}">
                <a16:creationId xmlns:a16="http://schemas.microsoft.com/office/drawing/2014/main" id="{D4394103-790B-35A1-B60C-560B80984A5A}"/>
              </a:ext>
            </a:extLst>
          </p:cNvPr>
          <p:cNvSpPr txBox="1"/>
          <p:nvPr/>
        </p:nvSpPr>
        <p:spPr>
          <a:xfrm>
            <a:off x="437141" y="2379081"/>
            <a:ext cx="790856" cy="276999"/>
          </a:xfrm>
          <a:prstGeom prst="rect">
            <a:avLst/>
          </a:prstGeom>
          <a:noFill/>
        </p:spPr>
        <p:txBody>
          <a:bodyPr wrap="square">
            <a:spAutoFit/>
          </a:bodyPr>
          <a:lstStyle/>
          <a:p>
            <a:r>
              <a:rPr lang="fr-FR" sz="1200" dirty="0" err="1"/>
              <a:t>Auto→</a:t>
            </a:r>
            <a:r>
              <a:rPr lang="fr-FR" sz="1000" dirty="0" err="1"/>
              <a:t>ES</a:t>
            </a:r>
            <a:endParaRPr lang="fr-FR" sz="1200" dirty="0"/>
          </a:p>
        </p:txBody>
      </p:sp>
      <p:pic>
        <p:nvPicPr>
          <p:cNvPr id="7" name="Image 6">
            <a:extLst>
              <a:ext uri="{FF2B5EF4-FFF2-40B4-BE49-F238E27FC236}">
                <a16:creationId xmlns:a16="http://schemas.microsoft.com/office/drawing/2014/main" id="{F5F489EF-2C44-CB36-3BB1-F3B433F8AEA0}"/>
              </a:ext>
            </a:extLst>
          </p:cNvPr>
          <p:cNvPicPr>
            <a:picLocks noChangeAspect="1"/>
          </p:cNvPicPr>
          <p:nvPr/>
        </p:nvPicPr>
        <p:blipFill>
          <a:blip r:embed="rId6"/>
          <a:stretch>
            <a:fillRect/>
          </a:stretch>
        </p:blipFill>
        <p:spPr>
          <a:xfrm>
            <a:off x="216875" y="2869362"/>
            <a:ext cx="314369" cy="285790"/>
          </a:xfrm>
          <a:prstGeom prst="rect">
            <a:avLst/>
          </a:prstGeom>
        </p:spPr>
      </p:pic>
      <p:sp>
        <p:nvSpPr>
          <p:cNvPr id="8" name="ZoneTexte 7">
            <a:extLst>
              <a:ext uri="{FF2B5EF4-FFF2-40B4-BE49-F238E27FC236}">
                <a16:creationId xmlns:a16="http://schemas.microsoft.com/office/drawing/2014/main" id="{EF11BDD9-E3FD-2DD0-441E-FB0241F48686}"/>
              </a:ext>
            </a:extLst>
          </p:cNvPr>
          <p:cNvSpPr txBox="1"/>
          <p:nvPr/>
        </p:nvSpPr>
        <p:spPr>
          <a:xfrm>
            <a:off x="437140" y="2845302"/>
            <a:ext cx="468863" cy="369332"/>
          </a:xfrm>
          <a:prstGeom prst="rect">
            <a:avLst/>
          </a:prstGeom>
          <a:noFill/>
        </p:spPr>
        <p:txBody>
          <a:bodyPr wrap="square">
            <a:spAutoFit/>
          </a:bodyPr>
          <a:lstStyle/>
          <a:p>
            <a:r>
              <a:rPr lang="fr-FR" dirty="0"/>
              <a:t>ES</a:t>
            </a:r>
          </a:p>
        </p:txBody>
      </p:sp>
      <p:pic>
        <p:nvPicPr>
          <p:cNvPr id="1026" name="Picture 2">
            <a:extLst>
              <a:ext uri="{FF2B5EF4-FFF2-40B4-BE49-F238E27FC236}">
                <a16:creationId xmlns:a16="http://schemas.microsoft.com/office/drawing/2014/main" id="{D72BDFCC-29A2-4650-4D02-918577A4A13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7538" y="1475262"/>
            <a:ext cx="281133" cy="189765"/>
          </a:xfrm>
          <a:prstGeom prst="rect">
            <a:avLst/>
          </a:prstGeom>
          <a:noFill/>
          <a:extLst>
            <a:ext uri="{909E8E84-426E-40DD-AFC4-6F175D3DCCD1}">
              <a14:hiddenFill xmlns:a14="http://schemas.microsoft.com/office/drawing/2010/main">
                <a:solidFill>
                  <a:srgbClr val="FFFFFF"/>
                </a:solidFill>
              </a14:hiddenFill>
            </a:ext>
          </a:extLst>
        </p:spPr>
      </p:pic>
      <p:sp>
        <p:nvSpPr>
          <p:cNvPr id="13" name="ZoneTexte 12">
            <a:extLst>
              <a:ext uri="{FF2B5EF4-FFF2-40B4-BE49-F238E27FC236}">
                <a16:creationId xmlns:a16="http://schemas.microsoft.com/office/drawing/2014/main" id="{633B2821-12BE-FB36-D64B-E2A49A1CE2D0}"/>
              </a:ext>
            </a:extLst>
          </p:cNvPr>
          <p:cNvSpPr txBox="1"/>
          <p:nvPr/>
        </p:nvSpPr>
        <p:spPr>
          <a:xfrm>
            <a:off x="4001577" y="45994"/>
            <a:ext cx="4495531" cy="369332"/>
          </a:xfrm>
          <a:prstGeom prst="rect">
            <a:avLst/>
          </a:prstGeom>
          <a:noFill/>
        </p:spPr>
        <p:txBody>
          <a:bodyPr wrap="square">
            <a:spAutoFit/>
          </a:bodyPr>
          <a:lstStyle/>
          <a:p>
            <a:pPr>
              <a:buNone/>
            </a:pPr>
            <a:r>
              <a:rPr lang="fr-FR" dirty="0"/>
              <a:t>Avant réponse : comme maintenant</a:t>
            </a:r>
          </a:p>
        </p:txBody>
      </p:sp>
      <p:pic>
        <p:nvPicPr>
          <p:cNvPr id="33" name="Image 32">
            <a:extLst>
              <a:ext uri="{FF2B5EF4-FFF2-40B4-BE49-F238E27FC236}">
                <a16:creationId xmlns:a16="http://schemas.microsoft.com/office/drawing/2014/main" id="{72A52350-EC75-A5AA-391E-D47B0F74B063}"/>
              </a:ext>
            </a:extLst>
          </p:cNvPr>
          <p:cNvPicPr>
            <a:picLocks noChangeAspect="1"/>
          </p:cNvPicPr>
          <p:nvPr/>
        </p:nvPicPr>
        <p:blipFill>
          <a:blip r:embed="rId8"/>
          <a:stretch>
            <a:fillRect/>
          </a:stretch>
        </p:blipFill>
        <p:spPr>
          <a:xfrm>
            <a:off x="6824482" y="885758"/>
            <a:ext cx="1124107" cy="438211"/>
          </a:xfrm>
          <a:prstGeom prst="rect">
            <a:avLst/>
          </a:prstGeom>
        </p:spPr>
      </p:pic>
      <p:pic>
        <p:nvPicPr>
          <p:cNvPr id="41" name="Image 40">
            <a:extLst>
              <a:ext uri="{FF2B5EF4-FFF2-40B4-BE49-F238E27FC236}">
                <a16:creationId xmlns:a16="http://schemas.microsoft.com/office/drawing/2014/main" id="{C0350FE5-7669-A32E-6A84-37AFE1321BC6}"/>
              </a:ext>
            </a:extLst>
          </p:cNvPr>
          <p:cNvPicPr>
            <a:picLocks noChangeAspect="1"/>
          </p:cNvPicPr>
          <p:nvPr/>
        </p:nvPicPr>
        <p:blipFill>
          <a:blip r:embed="rId9"/>
          <a:stretch>
            <a:fillRect/>
          </a:stretch>
        </p:blipFill>
        <p:spPr>
          <a:xfrm>
            <a:off x="6824482" y="497184"/>
            <a:ext cx="895475" cy="447737"/>
          </a:xfrm>
          <a:prstGeom prst="rect">
            <a:avLst/>
          </a:prstGeom>
        </p:spPr>
      </p:pic>
      <p:sp>
        <p:nvSpPr>
          <p:cNvPr id="44" name="ZoneTexte 43">
            <a:extLst>
              <a:ext uri="{FF2B5EF4-FFF2-40B4-BE49-F238E27FC236}">
                <a16:creationId xmlns:a16="http://schemas.microsoft.com/office/drawing/2014/main" id="{71270114-BFBE-A0A5-7B33-673F261BD64F}"/>
              </a:ext>
            </a:extLst>
          </p:cNvPr>
          <p:cNvSpPr txBox="1"/>
          <p:nvPr/>
        </p:nvSpPr>
        <p:spPr>
          <a:xfrm>
            <a:off x="3122105" y="604192"/>
            <a:ext cx="3702378" cy="1754326"/>
          </a:xfrm>
          <a:prstGeom prst="rect">
            <a:avLst/>
          </a:prstGeom>
          <a:noFill/>
        </p:spPr>
        <p:txBody>
          <a:bodyPr wrap="square">
            <a:spAutoFit/>
          </a:bodyPr>
          <a:lstStyle/>
          <a:p>
            <a:r>
              <a:rPr lang="fr-FR" dirty="0"/>
              <a:t>Auto</a:t>
            </a:r>
          </a:p>
          <a:p>
            <a:r>
              <a:rPr lang="fr-FR" dirty="0"/>
              <a:t>Ou Langue choisie</a:t>
            </a:r>
          </a:p>
          <a:p>
            <a:endParaRPr lang="fr-FR" dirty="0"/>
          </a:p>
          <a:p>
            <a:r>
              <a:rPr lang="fr-FR" dirty="0"/>
              <a:t>Auto fr</a:t>
            </a:r>
          </a:p>
          <a:p>
            <a:r>
              <a:rPr lang="fr-FR" dirty="0"/>
              <a:t>ou Langue choisie fr</a:t>
            </a:r>
          </a:p>
          <a:p>
            <a:endParaRPr lang="fr-FR" dirty="0"/>
          </a:p>
        </p:txBody>
      </p:sp>
      <p:sp>
        <p:nvSpPr>
          <p:cNvPr id="45" name="ZoneTexte 44">
            <a:extLst>
              <a:ext uri="{FF2B5EF4-FFF2-40B4-BE49-F238E27FC236}">
                <a16:creationId xmlns:a16="http://schemas.microsoft.com/office/drawing/2014/main" id="{BE500B38-A350-576B-C242-7D774E1DF987}"/>
              </a:ext>
            </a:extLst>
          </p:cNvPr>
          <p:cNvSpPr txBox="1"/>
          <p:nvPr/>
        </p:nvSpPr>
        <p:spPr>
          <a:xfrm>
            <a:off x="3122105" y="2444461"/>
            <a:ext cx="4495531" cy="646331"/>
          </a:xfrm>
          <a:prstGeom prst="rect">
            <a:avLst/>
          </a:prstGeom>
          <a:noFill/>
        </p:spPr>
        <p:txBody>
          <a:bodyPr wrap="square">
            <a:spAutoFit/>
          </a:bodyPr>
          <a:lstStyle/>
          <a:p>
            <a:pPr>
              <a:buNone/>
            </a:pPr>
            <a:r>
              <a:rPr lang="fr-FR" dirty="0"/>
              <a:t>Après réponse. On affiche en plus ce qui a réellement été détecté ou utilisé </a:t>
            </a:r>
          </a:p>
        </p:txBody>
      </p:sp>
      <p:pic>
        <p:nvPicPr>
          <p:cNvPr id="47" name="Image 46">
            <a:extLst>
              <a:ext uri="{FF2B5EF4-FFF2-40B4-BE49-F238E27FC236}">
                <a16:creationId xmlns:a16="http://schemas.microsoft.com/office/drawing/2014/main" id="{0C772D3C-76B7-8366-DB69-33C607DD0DBB}"/>
              </a:ext>
            </a:extLst>
          </p:cNvPr>
          <p:cNvPicPr>
            <a:picLocks noChangeAspect="1"/>
          </p:cNvPicPr>
          <p:nvPr/>
        </p:nvPicPr>
        <p:blipFill>
          <a:blip r:embed="rId10"/>
          <a:stretch>
            <a:fillRect/>
          </a:stretch>
        </p:blipFill>
        <p:spPr>
          <a:xfrm>
            <a:off x="6795904" y="1384875"/>
            <a:ext cx="1181265" cy="438211"/>
          </a:xfrm>
          <a:prstGeom prst="rect">
            <a:avLst/>
          </a:prstGeom>
        </p:spPr>
      </p:pic>
      <p:pic>
        <p:nvPicPr>
          <p:cNvPr id="49" name="Image 48">
            <a:extLst>
              <a:ext uri="{FF2B5EF4-FFF2-40B4-BE49-F238E27FC236}">
                <a16:creationId xmlns:a16="http://schemas.microsoft.com/office/drawing/2014/main" id="{6C2EC494-2AA3-F8B9-3DDA-DA41FAC28DB7}"/>
              </a:ext>
            </a:extLst>
          </p:cNvPr>
          <p:cNvPicPr>
            <a:picLocks noChangeAspect="1"/>
          </p:cNvPicPr>
          <p:nvPr/>
        </p:nvPicPr>
        <p:blipFill>
          <a:blip r:embed="rId11"/>
          <a:stretch>
            <a:fillRect/>
          </a:stretch>
        </p:blipFill>
        <p:spPr>
          <a:xfrm>
            <a:off x="6802670" y="1761318"/>
            <a:ext cx="1209844" cy="447737"/>
          </a:xfrm>
          <a:prstGeom prst="rect">
            <a:avLst/>
          </a:prstGeom>
        </p:spPr>
      </p:pic>
      <p:pic>
        <p:nvPicPr>
          <p:cNvPr id="50" name="Image 49">
            <a:extLst>
              <a:ext uri="{FF2B5EF4-FFF2-40B4-BE49-F238E27FC236}">
                <a16:creationId xmlns:a16="http://schemas.microsoft.com/office/drawing/2014/main" id="{2B434034-19B5-5C45-4396-55ECB76B8C7F}"/>
              </a:ext>
            </a:extLst>
          </p:cNvPr>
          <p:cNvPicPr>
            <a:picLocks noChangeAspect="1"/>
          </p:cNvPicPr>
          <p:nvPr/>
        </p:nvPicPr>
        <p:blipFill>
          <a:blip r:embed="rId8"/>
          <a:stretch>
            <a:fillRect/>
          </a:stretch>
        </p:blipFill>
        <p:spPr>
          <a:xfrm>
            <a:off x="9374175" y="725815"/>
            <a:ext cx="1124107" cy="438211"/>
          </a:xfrm>
          <a:prstGeom prst="rect">
            <a:avLst/>
          </a:prstGeom>
        </p:spPr>
      </p:pic>
      <p:sp>
        <p:nvSpPr>
          <p:cNvPr id="51" name="ZoneTexte 50">
            <a:extLst>
              <a:ext uri="{FF2B5EF4-FFF2-40B4-BE49-F238E27FC236}">
                <a16:creationId xmlns:a16="http://schemas.microsoft.com/office/drawing/2014/main" id="{45DF0F13-7F0D-30D6-31CD-957714FDAB1C}"/>
              </a:ext>
            </a:extLst>
          </p:cNvPr>
          <p:cNvSpPr txBox="1"/>
          <p:nvPr/>
        </p:nvSpPr>
        <p:spPr>
          <a:xfrm>
            <a:off x="3093526" y="3267096"/>
            <a:ext cx="3702378" cy="1200329"/>
          </a:xfrm>
          <a:prstGeom prst="rect">
            <a:avLst/>
          </a:prstGeom>
          <a:noFill/>
        </p:spPr>
        <p:txBody>
          <a:bodyPr wrap="square">
            <a:spAutoFit/>
          </a:bodyPr>
          <a:lstStyle/>
          <a:p>
            <a:r>
              <a:rPr lang="fr-FR" dirty="0"/>
              <a:t>Auto + Langue non supportée</a:t>
            </a:r>
          </a:p>
          <a:p>
            <a:r>
              <a:rPr lang="fr-FR" dirty="0"/>
              <a:t>ou</a:t>
            </a:r>
          </a:p>
          <a:p>
            <a:r>
              <a:rPr lang="fr-FR" dirty="0"/>
              <a:t>Auto fr+ Langue non supportée</a:t>
            </a:r>
          </a:p>
          <a:p>
            <a:endParaRPr lang="fr-FR" dirty="0"/>
          </a:p>
        </p:txBody>
      </p:sp>
      <p:pic>
        <p:nvPicPr>
          <p:cNvPr id="52" name="Image 51">
            <a:extLst>
              <a:ext uri="{FF2B5EF4-FFF2-40B4-BE49-F238E27FC236}">
                <a16:creationId xmlns:a16="http://schemas.microsoft.com/office/drawing/2014/main" id="{E2FE93CD-09A1-28CB-65B5-AA7C95028302}"/>
              </a:ext>
            </a:extLst>
          </p:cNvPr>
          <p:cNvPicPr>
            <a:picLocks noChangeAspect="1"/>
          </p:cNvPicPr>
          <p:nvPr/>
        </p:nvPicPr>
        <p:blipFill>
          <a:blip r:embed="rId10"/>
          <a:stretch>
            <a:fillRect/>
          </a:stretch>
        </p:blipFill>
        <p:spPr>
          <a:xfrm>
            <a:off x="9345597" y="1224932"/>
            <a:ext cx="1181265" cy="438211"/>
          </a:xfrm>
          <a:prstGeom prst="rect">
            <a:avLst/>
          </a:prstGeom>
        </p:spPr>
      </p:pic>
      <p:pic>
        <p:nvPicPr>
          <p:cNvPr id="53" name="Image 52">
            <a:extLst>
              <a:ext uri="{FF2B5EF4-FFF2-40B4-BE49-F238E27FC236}">
                <a16:creationId xmlns:a16="http://schemas.microsoft.com/office/drawing/2014/main" id="{DE576622-E605-CAEC-0E3C-3189C4EBA908}"/>
              </a:ext>
            </a:extLst>
          </p:cNvPr>
          <p:cNvPicPr>
            <a:picLocks noChangeAspect="1"/>
          </p:cNvPicPr>
          <p:nvPr/>
        </p:nvPicPr>
        <p:blipFill>
          <a:blip r:embed="rId11"/>
          <a:stretch>
            <a:fillRect/>
          </a:stretch>
        </p:blipFill>
        <p:spPr>
          <a:xfrm>
            <a:off x="9352363" y="1601375"/>
            <a:ext cx="1209844" cy="447737"/>
          </a:xfrm>
          <a:prstGeom prst="rect">
            <a:avLst/>
          </a:prstGeom>
        </p:spPr>
      </p:pic>
      <p:pic>
        <p:nvPicPr>
          <p:cNvPr id="54" name="Image 53">
            <a:extLst>
              <a:ext uri="{FF2B5EF4-FFF2-40B4-BE49-F238E27FC236}">
                <a16:creationId xmlns:a16="http://schemas.microsoft.com/office/drawing/2014/main" id="{53483DDC-7B60-4C7E-352E-E75D462BA40D}"/>
              </a:ext>
            </a:extLst>
          </p:cNvPr>
          <p:cNvPicPr>
            <a:picLocks noChangeAspect="1"/>
          </p:cNvPicPr>
          <p:nvPr/>
        </p:nvPicPr>
        <p:blipFill>
          <a:blip r:embed="rId9"/>
          <a:stretch>
            <a:fillRect/>
          </a:stretch>
        </p:blipFill>
        <p:spPr>
          <a:xfrm>
            <a:off x="6715395" y="3200053"/>
            <a:ext cx="895475" cy="447737"/>
          </a:xfrm>
          <a:prstGeom prst="rect">
            <a:avLst/>
          </a:prstGeom>
        </p:spPr>
      </p:pic>
      <p:pic>
        <p:nvPicPr>
          <p:cNvPr id="55" name="Image 54">
            <a:extLst>
              <a:ext uri="{FF2B5EF4-FFF2-40B4-BE49-F238E27FC236}">
                <a16:creationId xmlns:a16="http://schemas.microsoft.com/office/drawing/2014/main" id="{9C89EB16-2D42-FDA8-894C-5A78E6AB8F53}"/>
              </a:ext>
            </a:extLst>
          </p:cNvPr>
          <p:cNvPicPr>
            <a:picLocks noChangeAspect="1"/>
          </p:cNvPicPr>
          <p:nvPr/>
        </p:nvPicPr>
        <p:blipFill>
          <a:blip r:embed="rId10"/>
          <a:stretch>
            <a:fillRect/>
          </a:stretch>
        </p:blipFill>
        <p:spPr>
          <a:xfrm>
            <a:off x="6674820" y="3713832"/>
            <a:ext cx="1181265" cy="438211"/>
          </a:xfrm>
          <a:prstGeom prst="rect">
            <a:avLst/>
          </a:prstGeom>
        </p:spPr>
      </p:pic>
      <p:pic>
        <p:nvPicPr>
          <p:cNvPr id="56" name="Picture 2">
            <a:extLst>
              <a:ext uri="{FF2B5EF4-FFF2-40B4-BE49-F238E27FC236}">
                <a16:creationId xmlns:a16="http://schemas.microsoft.com/office/drawing/2014/main" id="{48C00D7C-C04C-7641-FDD2-1F07C3674B4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60690" y="3323679"/>
            <a:ext cx="281133" cy="189765"/>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2">
            <a:extLst>
              <a:ext uri="{FF2B5EF4-FFF2-40B4-BE49-F238E27FC236}">
                <a16:creationId xmlns:a16="http://schemas.microsoft.com/office/drawing/2014/main" id="{B7E3F47C-8BC2-157A-218D-9AED07B85D8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56085" y="3847197"/>
            <a:ext cx="281133" cy="189765"/>
          </a:xfrm>
          <a:prstGeom prst="rect">
            <a:avLst/>
          </a:prstGeom>
          <a:noFill/>
          <a:extLst>
            <a:ext uri="{909E8E84-426E-40DD-AFC4-6F175D3DCCD1}">
              <a14:hiddenFill xmlns:a14="http://schemas.microsoft.com/office/drawing/2010/main">
                <a:solidFill>
                  <a:srgbClr val="FFFFFF"/>
                </a:solidFill>
              </a14:hiddenFill>
            </a:ext>
          </a:extLst>
        </p:spPr>
      </p:pic>
      <p:pic>
        <p:nvPicPr>
          <p:cNvPr id="58" name="Image 57">
            <a:extLst>
              <a:ext uri="{FF2B5EF4-FFF2-40B4-BE49-F238E27FC236}">
                <a16:creationId xmlns:a16="http://schemas.microsoft.com/office/drawing/2014/main" id="{D04D65A7-56D2-85B7-04A1-1CADAB4213AC}"/>
              </a:ext>
            </a:extLst>
          </p:cNvPr>
          <p:cNvPicPr>
            <a:picLocks noChangeAspect="1"/>
          </p:cNvPicPr>
          <p:nvPr/>
        </p:nvPicPr>
        <p:blipFill>
          <a:blip r:embed="rId8"/>
          <a:stretch>
            <a:fillRect/>
          </a:stretch>
        </p:blipFill>
        <p:spPr>
          <a:xfrm>
            <a:off x="6824482" y="5241968"/>
            <a:ext cx="1124107" cy="438211"/>
          </a:xfrm>
          <a:prstGeom prst="rect">
            <a:avLst/>
          </a:prstGeom>
        </p:spPr>
      </p:pic>
      <p:pic>
        <p:nvPicPr>
          <p:cNvPr id="59" name="Image 58">
            <a:extLst>
              <a:ext uri="{FF2B5EF4-FFF2-40B4-BE49-F238E27FC236}">
                <a16:creationId xmlns:a16="http://schemas.microsoft.com/office/drawing/2014/main" id="{1E2DD63C-AA4D-7FF9-5EF9-F330606CAD3D}"/>
              </a:ext>
            </a:extLst>
          </p:cNvPr>
          <p:cNvPicPr>
            <a:picLocks noChangeAspect="1"/>
          </p:cNvPicPr>
          <p:nvPr/>
        </p:nvPicPr>
        <p:blipFill>
          <a:blip r:embed="rId9"/>
          <a:stretch>
            <a:fillRect/>
          </a:stretch>
        </p:blipFill>
        <p:spPr>
          <a:xfrm>
            <a:off x="6824482" y="4853394"/>
            <a:ext cx="895475" cy="447737"/>
          </a:xfrm>
          <a:prstGeom prst="rect">
            <a:avLst/>
          </a:prstGeom>
        </p:spPr>
      </p:pic>
      <p:sp>
        <p:nvSpPr>
          <p:cNvPr id="60" name="ZoneTexte 59">
            <a:extLst>
              <a:ext uri="{FF2B5EF4-FFF2-40B4-BE49-F238E27FC236}">
                <a16:creationId xmlns:a16="http://schemas.microsoft.com/office/drawing/2014/main" id="{FB46E480-3F17-72BD-2314-96C86420EAB8}"/>
              </a:ext>
            </a:extLst>
          </p:cNvPr>
          <p:cNvSpPr txBox="1"/>
          <p:nvPr/>
        </p:nvSpPr>
        <p:spPr>
          <a:xfrm>
            <a:off x="3122105" y="4960402"/>
            <a:ext cx="3702378" cy="1754326"/>
          </a:xfrm>
          <a:prstGeom prst="rect">
            <a:avLst/>
          </a:prstGeom>
          <a:noFill/>
        </p:spPr>
        <p:txBody>
          <a:bodyPr wrap="square">
            <a:spAutoFit/>
          </a:bodyPr>
          <a:lstStyle/>
          <a:p>
            <a:r>
              <a:rPr lang="fr-FR" dirty="0"/>
              <a:t>Auto</a:t>
            </a:r>
          </a:p>
          <a:p>
            <a:r>
              <a:rPr lang="fr-FR" dirty="0"/>
              <a:t>Ou Langue choisie</a:t>
            </a:r>
          </a:p>
          <a:p>
            <a:endParaRPr lang="fr-FR" dirty="0"/>
          </a:p>
          <a:p>
            <a:r>
              <a:rPr lang="fr-FR" dirty="0"/>
              <a:t>Auto fr</a:t>
            </a:r>
          </a:p>
          <a:p>
            <a:r>
              <a:rPr lang="fr-FR" dirty="0"/>
              <a:t>ou Langue choisie fr</a:t>
            </a:r>
          </a:p>
          <a:p>
            <a:endParaRPr lang="fr-FR" dirty="0"/>
          </a:p>
        </p:txBody>
      </p:sp>
      <p:pic>
        <p:nvPicPr>
          <p:cNvPr id="61" name="Image 60">
            <a:extLst>
              <a:ext uri="{FF2B5EF4-FFF2-40B4-BE49-F238E27FC236}">
                <a16:creationId xmlns:a16="http://schemas.microsoft.com/office/drawing/2014/main" id="{CB408F6F-1962-1E54-2036-1E7F2DF5FCD7}"/>
              </a:ext>
            </a:extLst>
          </p:cNvPr>
          <p:cNvPicPr>
            <a:picLocks noChangeAspect="1"/>
          </p:cNvPicPr>
          <p:nvPr/>
        </p:nvPicPr>
        <p:blipFill>
          <a:blip r:embed="rId10"/>
          <a:stretch>
            <a:fillRect/>
          </a:stretch>
        </p:blipFill>
        <p:spPr>
          <a:xfrm>
            <a:off x="6795904" y="5741085"/>
            <a:ext cx="1181265" cy="438211"/>
          </a:xfrm>
          <a:prstGeom prst="rect">
            <a:avLst/>
          </a:prstGeom>
        </p:spPr>
      </p:pic>
      <p:pic>
        <p:nvPicPr>
          <p:cNvPr id="62" name="Image 61">
            <a:extLst>
              <a:ext uri="{FF2B5EF4-FFF2-40B4-BE49-F238E27FC236}">
                <a16:creationId xmlns:a16="http://schemas.microsoft.com/office/drawing/2014/main" id="{B3EB8CF2-F056-1350-344C-DFBA239101CE}"/>
              </a:ext>
            </a:extLst>
          </p:cNvPr>
          <p:cNvPicPr>
            <a:picLocks noChangeAspect="1"/>
          </p:cNvPicPr>
          <p:nvPr/>
        </p:nvPicPr>
        <p:blipFill>
          <a:blip r:embed="rId11"/>
          <a:stretch>
            <a:fillRect/>
          </a:stretch>
        </p:blipFill>
        <p:spPr>
          <a:xfrm>
            <a:off x="6802670" y="6117528"/>
            <a:ext cx="1209844" cy="447737"/>
          </a:xfrm>
          <a:prstGeom prst="rect">
            <a:avLst/>
          </a:prstGeom>
        </p:spPr>
      </p:pic>
    </p:spTree>
    <p:extLst>
      <p:ext uri="{BB962C8B-B14F-4D97-AF65-F5344CB8AC3E}">
        <p14:creationId xmlns:p14="http://schemas.microsoft.com/office/powerpoint/2010/main" val="21924096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B5FE17-DA8B-F78B-EFD6-AD762A35CAC5}"/>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74CA5697-0AF3-5A6F-2402-07168A4931B9}"/>
              </a:ext>
            </a:extLst>
          </p:cNvPr>
          <p:cNvPicPr>
            <a:picLocks noChangeAspect="1"/>
          </p:cNvPicPr>
          <p:nvPr/>
        </p:nvPicPr>
        <p:blipFill>
          <a:blip r:embed="rId2"/>
          <a:stretch>
            <a:fillRect/>
          </a:stretch>
        </p:blipFill>
        <p:spPr>
          <a:xfrm>
            <a:off x="2671969" y="0"/>
            <a:ext cx="8420830" cy="624894"/>
          </a:xfrm>
          <a:prstGeom prst="rect">
            <a:avLst/>
          </a:prstGeom>
        </p:spPr>
      </p:pic>
      <p:pic>
        <p:nvPicPr>
          <p:cNvPr id="5" name="Image 4">
            <a:extLst>
              <a:ext uri="{FF2B5EF4-FFF2-40B4-BE49-F238E27FC236}">
                <a16:creationId xmlns:a16="http://schemas.microsoft.com/office/drawing/2014/main" id="{A0F42EAD-DF11-7532-04F6-B2AEB5AF4B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119" y="0"/>
            <a:ext cx="2322640" cy="624894"/>
          </a:xfrm>
          <a:prstGeom prst="rect">
            <a:avLst/>
          </a:prstGeom>
        </p:spPr>
      </p:pic>
      <p:pic>
        <p:nvPicPr>
          <p:cNvPr id="11" name="Image 10">
            <a:extLst>
              <a:ext uri="{FF2B5EF4-FFF2-40B4-BE49-F238E27FC236}">
                <a16:creationId xmlns:a16="http://schemas.microsoft.com/office/drawing/2014/main" id="{88360D6C-9C21-AA39-3E5E-B49C955DD34C}"/>
              </a:ext>
            </a:extLst>
          </p:cNvPr>
          <p:cNvPicPr>
            <a:picLocks noChangeAspect="1"/>
          </p:cNvPicPr>
          <p:nvPr/>
        </p:nvPicPr>
        <p:blipFill>
          <a:blip r:embed="rId4"/>
          <a:stretch>
            <a:fillRect/>
          </a:stretch>
        </p:blipFill>
        <p:spPr>
          <a:xfrm>
            <a:off x="9270075" y="209568"/>
            <a:ext cx="228620" cy="205758"/>
          </a:xfrm>
          <a:prstGeom prst="rect">
            <a:avLst/>
          </a:prstGeom>
        </p:spPr>
      </p:pic>
      <p:sp>
        <p:nvSpPr>
          <p:cNvPr id="15" name="ZoneTexte 14">
            <a:extLst>
              <a:ext uri="{FF2B5EF4-FFF2-40B4-BE49-F238E27FC236}">
                <a16:creationId xmlns:a16="http://schemas.microsoft.com/office/drawing/2014/main" id="{C8BBC08D-27E6-EB29-EF88-4BB6D3F9C6F4}"/>
              </a:ext>
            </a:extLst>
          </p:cNvPr>
          <p:cNvSpPr txBox="1"/>
          <p:nvPr/>
        </p:nvSpPr>
        <p:spPr>
          <a:xfrm>
            <a:off x="4350258" y="6642556"/>
            <a:ext cx="6158484" cy="215444"/>
          </a:xfrm>
          <a:prstGeom prst="rect">
            <a:avLst/>
          </a:prstGeom>
          <a:noFill/>
        </p:spPr>
        <p:txBody>
          <a:bodyPr wrap="square">
            <a:spAutoFit/>
          </a:bodyPr>
          <a:lstStyle/>
          <a:p>
            <a:r>
              <a:rPr lang="fr-FR" sz="800" dirty="0"/>
              <a:t>📚 V1.2  15/10/2025 22:30 | 🏥 API 1.5 16/10/2025 10:30   | 📊 1000.db | 🔍Lexical | 👸1000 </a:t>
            </a:r>
          </a:p>
        </p:txBody>
      </p:sp>
      <p:pic>
        <p:nvPicPr>
          <p:cNvPr id="4" name="Image 3">
            <a:extLst>
              <a:ext uri="{FF2B5EF4-FFF2-40B4-BE49-F238E27FC236}">
                <a16:creationId xmlns:a16="http://schemas.microsoft.com/office/drawing/2014/main" id="{F50D620E-D3A0-ABCE-6357-9B5D5DD55069}"/>
              </a:ext>
            </a:extLst>
          </p:cNvPr>
          <p:cNvPicPr>
            <a:picLocks noChangeAspect="1"/>
          </p:cNvPicPr>
          <p:nvPr/>
        </p:nvPicPr>
        <p:blipFill>
          <a:blip r:embed="rId5"/>
          <a:stretch>
            <a:fillRect/>
          </a:stretch>
        </p:blipFill>
        <p:spPr>
          <a:xfrm flipV="1">
            <a:off x="0" y="641788"/>
            <a:ext cx="12192000" cy="87890"/>
          </a:xfrm>
          <a:prstGeom prst="rect">
            <a:avLst/>
          </a:prstGeom>
        </p:spPr>
      </p:pic>
      <p:sp>
        <p:nvSpPr>
          <p:cNvPr id="6" name="ZoneTexte 5">
            <a:extLst>
              <a:ext uri="{FF2B5EF4-FFF2-40B4-BE49-F238E27FC236}">
                <a16:creationId xmlns:a16="http://schemas.microsoft.com/office/drawing/2014/main" id="{FCDEE062-2E6E-8FEE-D427-AC6F2E9B0FAD}"/>
              </a:ext>
            </a:extLst>
          </p:cNvPr>
          <p:cNvSpPr txBox="1"/>
          <p:nvPr/>
        </p:nvSpPr>
        <p:spPr>
          <a:xfrm>
            <a:off x="11768091" y="746572"/>
            <a:ext cx="370614" cy="523220"/>
          </a:xfrm>
          <a:prstGeom prst="rect">
            <a:avLst/>
          </a:prstGeom>
          <a:noFill/>
        </p:spPr>
        <p:txBody>
          <a:bodyPr wrap="none" rtlCol="0">
            <a:spAutoFit/>
          </a:bodyPr>
          <a:lstStyle/>
          <a:p>
            <a:r>
              <a:rPr lang="fr-FR" sz="2800" dirty="0"/>
              <a:t>X</a:t>
            </a:r>
          </a:p>
        </p:txBody>
      </p:sp>
      <p:pic>
        <p:nvPicPr>
          <p:cNvPr id="1026" name="Picture 2" descr="Paramètre PNG Images | Vecteurs Et Fichiers PSD | Téléchargement Gratuit  Sur Pngtree">
            <a:extLst>
              <a:ext uri="{FF2B5EF4-FFF2-40B4-BE49-F238E27FC236}">
                <a16:creationId xmlns:a16="http://schemas.microsoft.com/office/drawing/2014/main" id="{FCEED49D-9784-22B9-92D0-47EBB07F723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714797" y="0"/>
            <a:ext cx="477203" cy="477203"/>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 7">
            <a:extLst>
              <a:ext uri="{FF2B5EF4-FFF2-40B4-BE49-F238E27FC236}">
                <a16:creationId xmlns:a16="http://schemas.microsoft.com/office/drawing/2014/main" id="{8CBBC265-BC0E-0444-1B6E-54DA335DB8A1}"/>
              </a:ext>
            </a:extLst>
          </p:cNvPr>
          <p:cNvPicPr>
            <a:picLocks noChangeAspect="1"/>
          </p:cNvPicPr>
          <p:nvPr/>
        </p:nvPicPr>
        <p:blipFill>
          <a:blip r:embed="rId7"/>
          <a:stretch>
            <a:fillRect/>
          </a:stretch>
        </p:blipFill>
        <p:spPr>
          <a:xfrm>
            <a:off x="198120" y="2665217"/>
            <a:ext cx="5306165" cy="1238423"/>
          </a:xfrm>
          <a:prstGeom prst="rect">
            <a:avLst/>
          </a:prstGeom>
        </p:spPr>
      </p:pic>
      <p:sp>
        <p:nvSpPr>
          <p:cNvPr id="10" name="ZoneTexte 9">
            <a:extLst>
              <a:ext uri="{FF2B5EF4-FFF2-40B4-BE49-F238E27FC236}">
                <a16:creationId xmlns:a16="http://schemas.microsoft.com/office/drawing/2014/main" id="{FF4A0640-FC8E-7C13-6324-5C0EF90F8584}"/>
              </a:ext>
            </a:extLst>
          </p:cNvPr>
          <p:cNvSpPr txBox="1"/>
          <p:nvPr/>
        </p:nvSpPr>
        <p:spPr>
          <a:xfrm>
            <a:off x="53295" y="709597"/>
            <a:ext cx="1252779" cy="369332"/>
          </a:xfrm>
          <a:prstGeom prst="rect">
            <a:avLst/>
          </a:prstGeom>
          <a:noFill/>
        </p:spPr>
        <p:txBody>
          <a:bodyPr wrap="none" rtlCol="0">
            <a:spAutoFit/>
          </a:bodyPr>
          <a:lstStyle/>
          <a:p>
            <a:r>
              <a:rPr lang="fr-FR" dirty="0"/>
              <a:t>Paramètres</a:t>
            </a:r>
          </a:p>
        </p:txBody>
      </p:sp>
      <p:pic>
        <p:nvPicPr>
          <p:cNvPr id="13" name="Image 12">
            <a:extLst>
              <a:ext uri="{FF2B5EF4-FFF2-40B4-BE49-F238E27FC236}">
                <a16:creationId xmlns:a16="http://schemas.microsoft.com/office/drawing/2014/main" id="{00CDEF55-2866-C3BC-0FFC-0B674211B0B6}"/>
              </a:ext>
            </a:extLst>
          </p:cNvPr>
          <p:cNvPicPr>
            <a:picLocks noChangeAspect="1"/>
          </p:cNvPicPr>
          <p:nvPr/>
        </p:nvPicPr>
        <p:blipFill>
          <a:blip r:embed="rId8"/>
          <a:stretch>
            <a:fillRect/>
          </a:stretch>
        </p:blipFill>
        <p:spPr>
          <a:xfrm>
            <a:off x="5690616" y="2850417"/>
            <a:ext cx="5172797" cy="952633"/>
          </a:xfrm>
          <a:prstGeom prst="rect">
            <a:avLst/>
          </a:prstGeom>
        </p:spPr>
      </p:pic>
      <p:pic>
        <p:nvPicPr>
          <p:cNvPr id="16" name="Image 15">
            <a:extLst>
              <a:ext uri="{FF2B5EF4-FFF2-40B4-BE49-F238E27FC236}">
                <a16:creationId xmlns:a16="http://schemas.microsoft.com/office/drawing/2014/main" id="{F217BBBE-DFD7-F348-D9AA-ADF7F4F67EE3}"/>
              </a:ext>
            </a:extLst>
          </p:cNvPr>
          <p:cNvPicPr>
            <a:picLocks noChangeAspect="1"/>
          </p:cNvPicPr>
          <p:nvPr/>
        </p:nvPicPr>
        <p:blipFill>
          <a:blip r:embed="rId9"/>
          <a:stretch>
            <a:fillRect/>
          </a:stretch>
        </p:blipFill>
        <p:spPr>
          <a:xfrm>
            <a:off x="364113" y="4612118"/>
            <a:ext cx="7220958" cy="1571844"/>
          </a:xfrm>
          <a:prstGeom prst="rect">
            <a:avLst/>
          </a:prstGeom>
        </p:spPr>
      </p:pic>
      <p:pic>
        <p:nvPicPr>
          <p:cNvPr id="22" name="Image 21">
            <a:extLst>
              <a:ext uri="{FF2B5EF4-FFF2-40B4-BE49-F238E27FC236}">
                <a16:creationId xmlns:a16="http://schemas.microsoft.com/office/drawing/2014/main" id="{29C9BB87-B738-FDDA-CBC5-0489C08B1672}"/>
              </a:ext>
            </a:extLst>
          </p:cNvPr>
          <p:cNvPicPr>
            <a:picLocks noChangeAspect="1"/>
          </p:cNvPicPr>
          <p:nvPr/>
        </p:nvPicPr>
        <p:blipFill>
          <a:blip r:embed="rId10"/>
          <a:stretch>
            <a:fillRect/>
          </a:stretch>
        </p:blipFill>
        <p:spPr>
          <a:xfrm>
            <a:off x="53295" y="1274014"/>
            <a:ext cx="6573167" cy="1381318"/>
          </a:xfrm>
          <a:prstGeom prst="rect">
            <a:avLst/>
          </a:prstGeom>
        </p:spPr>
      </p:pic>
      <p:pic>
        <p:nvPicPr>
          <p:cNvPr id="23" name="Image 22">
            <a:extLst>
              <a:ext uri="{FF2B5EF4-FFF2-40B4-BE49-F238E27FC236}">
                <a16:creationId xmlns:a16="http://schemas.microsoft.com/office/drawing/2014/main" id="{B85511A7-B794-006C-05C5-3D8B888252FE}"/>
              </a:ext>
            </a:extLst>
          </p:cNvPr>
          <p:cNvPicPr>
            <a:picLocks noChangeAspect="1"/>
          </p:cNvPicPr>
          <p:nvPr/>
        </p:nvPicPr>
        <p:blipFill>
          <a:blip r:embed="rId5"/>
          <a:stretch>
            <a:fillRect/>
          </a:stretch>
        </p:blipFill>
        <p:spPr>
          <a:xfrm flipV="1">
            <a:off x="53295" y="1348109"/>
            <a:ext cx="12192000" cy="87890"/>
          </a:xfrm>
          <a:prstGeom prst="rect">
            <a:avLst/>
          </a:prstGeom>
        </p:spPr>
      </p:pic>
      <p:pic>
        <p:nvPicPr>
          <p:cNvPr id="24" name="Image 23">
            <a:extLst>
              <a:ext uri="{FF2B5EF4-FFF2-40B4-BE49-F238E27FC236}">
                <a16:creationId xmlns:a16="http://schemas.microsoft.com/office/drawing/2014/main" id="{CC2F3846-2A08-B5BB-A655-A3E109D9D9DF}"/>
              </a:ext>
            </a:extLst>
          </p:cNvPr>
          <p:cNvPicPr>
            <a:picLocks noChangeAspect="1"/>
          </p:cNvPicPr>
          <p:nvPr/>
        </p:nvPicPr>
        <p:blipFill>
          <a:blip r:embed="rId5"/>
          <a:stretch>
            <a:fillRect/>
          </a:stretch>
        </p:blipFill>
        <p:spPr>
          <a:xfrm flipV="1">
            <a:off x="198120" y="6554666"/>
            <a:ext cx="12192000" cy="87890"/>
          </a:xfrm>
          <a:prstGeom prst="rect">
            <a:avLst/>
          </a:prstGeom>
        </p:spPr>
      </p:pic>
    </p:spTree>
    <p:extLst>
      <p:ext uri="{BB962C8B-B14F-4D97-AF65-F5344CB8AC3E}">
        <p14:creationId xmlns:p14="http://schemas.microsoft.com/office/powerpoint/2010/main" val="23009374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CEC2E-65DA-62C5-9545-39054C715E66}"/>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06625A72-1246-392C-EB31-FEF738C116F2}"/>
              </a:ext>
            </a:extLst>
          </p:cNvPr>
          <p:cNvPicPr>
            <a:picLocks noChangeAspect="1"/>
          </p:cNvPicPr>
          <p:nvPr/>
        </p:nvPicPr>
        <p:blipFill>
          <a:blip r:embed="rId2"/>
          <a:stretch>
            <a:fillRect/>
          </a:stretch>
        </p:blipFill>
        <p:spPr>
          <a:xfrm>
            <a:off x="2671969" y="0"/>
            <a:ext cx="8420830" cy="624894"/>
          </a:xfrm>
          <a:prstGeom prst="rect">
            <a:avLst/>
          </a:prstGeom>
        </p:spPr>
      </p:pic>
      <p:pic>
        <p:nvPicPr>
          <p:cNvPr id="5" name="Image 4">
            <a:extLst>
              <a:ext uri="{FF2B5EF4-FFF2-40B4-BE49-F238E27FC236}">
                <a16:creationId xmlns:a16="http://schemas.microsoft.com/office/drawing/2014/main" id="{34E168DA-AADC-FA45-5F03-D35993AF20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119" y="0"/>
            <a:ext cx="2064294" cy="555387"/>
          </a:xfrm>
          <a:prstGeom prst="rect">
            <a:avLst/>
          </a:prstGeom>
        </p:spPr>
      </p:pic>
      <p:pic>
        <p:nvPicPr>
          <p:cNvPr id="11" name="Image 10">
            <a:extLst>
              <a:ext uri="{FF2B5EF4-FFF2-40B4-BE49-F238E27FC236}">
                <a16:creationId xmlns:a16="http://schemas.microsoft.com/office/drawing/2014/main" id="{6DF5C353-5317-FF16-CAFA-BD5E4888EEFA}"/>
              </a:ext>
            </a:extLst>
          </p:cNvPr>
          <p:cNvPicPr>
            <a:picLocks noChangeAspect="1"/>
          </p:cNvPicPr>
          <p:nvPr/>
        </p:nvPicPr>
        <p:blipFill>
          <a:blip r:embed="rId4"/>
          <a:stretch>
            <a:fillRect/>
          </a:stretch>
        </p:blipFill>
        <p:spPr>
          <a:xfrm>
            <a:off x="9270075" y="209568"/>
            <a:ext cx="228620" cy="205758"/>
          </a:xfrm>
          <a:prstGeom prst="rect">
            <a:avLst/>
          </a:prstGeom>
        </p:spPr>
      </p:pic>
      <p:sp>
        <p:nvSpPr>
          <p:cNvPr id="15" name="ZoneTexte 14">
            <a:extLst>
              <a:ext uri="{FF2B5EF4-FFF2-40B4-BE49-F238E27FC236}">
                <a16:creationId xmlns:a16="http://schemas.microsoft.com/office/drawing/2014/main" id="{D3652070-2047-71FA-8E54-8E398958B55A}"/>
              </a:ext>
            </a:extLst>
          </p:cNvPr>
          <p:cNvSpPr txBox="1"/>
          <p:nvPr/>
        </p:nvSpPr>
        <p:spPr>
          <a:xfrm>
            <a:off x="4350258" y="6642556"/>
            <a:ext cx="6158484" cy="215444"/>
          </a:xfrm>
          <a:prstGeom prst="rect">
            <a:avLst/>
          </a:prstGeom>
          <a:noFill/>
        </p:spPr>
        <p:txBody>
          <a:bodyPr wrap="square">
            <a:spAutoFit/>
          </a:bodyPr>
          <a:lstStyle/>
          <a:p>
            <a:r>
              <a:rPr lang="fr-FR" sz="800" dirty="0"/>
              <a:t>📚 V1.2  15/10/2025 22:30 | 🏥 API 1.5 16/10/2025 10:30   | 📊 1000.db | 🔍Lexical | 👸1000 </a:t>
            </a:r>
          </a:p>
        </p:txBody>
      </p:sp>
      <p:pic>
        <p:nvPicPr>
          <p:cNvPr id="16" name="Picture 2" descr="Paramètre PNG Images | Vecteurs Et Fichiers PSD | Téléchargement Gratuit  Sur Pngtree">
            <a:extLst>
              <a:ext uri="{FF2B5EF4-FFF2-40B4-BE49-F238E27FC236}">
                <a16:creationId xmlns:a16="http://schemas.microsoft.com/office/drawing/2014/main" id="{426C8B92-8C97-E0B3-3B53-2EFC839A7C4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714797" y="0"/>
            <a:ext cx="477203" cy="477203"/>
          </a:xfrm>
          <a:prstGeom prst="rect">
            <a:avLst/>
          </a:prstGeom>
          <a:noFill/>
          <a:extLst>
            <a:ext uri="{909E8E84-426E-40DD-AFC4-6F175D3DCCD1}">
              <a14:hiddenFill xmlns:a14="http://schemas.microsoft.com/office/drawing/2010/main">
                <a:solidFill>
                  <a:srgbClr val="FFFFFF"/>
                </a:solidFill>
              </a14:hiddenFill>
            </a:ext>
          </a:extLst>
        </p:spPr>
      </p:pic>
      <p:pic>
        <p:nvPicPr>
          <p:cNvPr id="2" name="Image 1">
            <a:extLst>
              <a:ext uri="{FF2B5EF4-FFF2-40B4-BE49-F238E27FC236}">
                <a16:creationId xmlns:a16="http://schemas.microsoft.com/office/drawing/2014/main" id="{A7222F49-DE52-6FC5-B4C3-9B5735EF6DFD}"/>
              </a:ext>
            </a:extLst>
          </p:cNvPr>
          <p:cNvPicPr>
            <a:picLocks noChangeAspect="1"/>
          </p:cNvPicPr>
          <p:nvPr/>
        </p:nvPicPr>
        <p:blipFill>
          <a:blip r:embed="rId6"/>
          <a:stretch>
            <a:fillRect/>
          </a:stretch>
        </p:blipFill>
        <p:spPr>
          <a:xfrm flipV="1">
            <a:off x="0" y="641788"/>
            <a:ext cx="12192000" cy="87890"/>
          </a:xfrm>
          <a:prstGeom prst="rect">
            <a:avLst/>
          </a:prstGeom>
        </p:spPr>
      </p:pic>
      <p:pic>
        <p:nvPicPr>
          <p:cNvPr id="4" name="Image 3">
            <a:extLst>
              <a:ext uri="{FF2B5EF4-FFF2-40B4-BE49-F238E27FC236}">
                <a16:creationId xmlns:a16="http://schemas.microsoft.com/office/drawing/2014/main" id="{951EACF9-4F46-32DD-C126-522D43AA0625}"/>
              </a:ext>
            </a:extLst>
          </p:cNvPr>
          <p:cNvPicPr>
            <a:picLocks noChangeAspect="1"/>
          </p:cNvPicPr>
          <p:nvPr/>
        </p:nvPicPr>
        <p:blipFill>
          <a:blip r:embed="rId6"/>
          <a:stretch>
            <a:fillRect/>
          </a:stretch>
        </p:blipFill>
        <p:spPr>
          <a:xfrm flipV="1">
            <a:off x="0" y="6537772"/>
            <a:ext cx="12192000" cy="87890"/>
          </a:xfrm>
          <a:prstGeom prst="rect">
            <a:avLst/>
          </a:prstGeom>
        </p:spPr>
      </p:pic>
      <p:pic>
        <p:nvPicPr>
          <p:cNvPr id="9" name="Image 8">
            <a:extLst>
              <a:ext uri="{FF2B5EF4-FFF2-40B4-BE49-F238E27FC236}">
                <a16:creationId xmlns:a16="http://schemas.microsoft.com/office/drawing/2014/main" id="{7343681C-6640-8DD9-0DBC-8807ACDA3B85}"/>
              </a:ext>
            </a:extLst>
          </p:cNvPr>
          <p:cNvPicPr>
            <a:picLocks noChangeAspect="1"/>
          </p:cNvPicPr>
          <p:nvPr/>
        </p:nvPicPr>
        <p:blipFill>
          <a:blip r:embed="rId7"/>
          <a:stretch>
            <a:fillRect/>
          </a:stretch>
        </p:blipFill>
        <p:spPr>
          <a:xfrm>
            <a:off x="2177796" y="19465"/>
            <a:ext cx="9409175" cy="555388"/>
          </a:xfrm>
          <a:prstGeom prst="rect">
            <a:avLst/>
          </a:prstGeom>
        </p:spPr>
      </p:pic>
      <p:pic>
        <p:nvPicPr>
          <p:cNvPr id="12" name="Image 11">
            <a:extLst>
              <a:ext uri="{FF2B5EF4-FFF2-40B4-BE49-F238E27FC236}">
                <a16:creationId xmlns:a16="http://schemas.microsoft.com/office/drawing/2014/main" id="{99C4B2D8-29FC-9C37-6810-EF69BFCEE2C9}"/>
              </a:ext>
            </a:extLst>
          </p:cNvPr>
          <p:cNvPicPr>
            <a:picLocks noChangeAspect="1"/>
          </p:cNvPicPr>
          <p:nvPr/>
        </p:nvPicPr>
        <p:blipFill>
          <a:blip r:embed="rId8"/>
          <a:stretch>
            <a:fillRect/>
          </a:stretch>
        </p:blipFill>
        <p:spPr>
          <a:xfrm>
            <a:off x="182880" y="729678"/>
            <a:ext cx="12009120" cy="6050809"/>
          </a:xfrm>
          <a:prstGeom prst="rect">
            <a:avLst/>
          </a:prstGeom>
        </p:spPr>
      </p:pic>
      <p:sp>
        <p:nvSpPr>
          <p:cNvPr id="14" name="ZoneTexte 13">
            <a:extLst>
              <a:ext uri="{FF2B5EF4-FFF2-40B4-BE49-F238E27FC236}">
                <a16:creationId xmlns:a16="http://schemas.microsoft.com/office/drawing/2014/main" id="{24C3D7E5-73C1-0BCD-8853-2448E259858B}"/>
              </a:ext>
            </a:extLst>
          </p:cNvPr>
          <p:cNvSpPr txBox="1"/>
          <p:nvPr/>
        </p:nvSpPr>
        <p:spPr>
          <a:xfrm>
            <a:off x="11636833" y="420964"/>
            <a:ext cx="619080" cy="307777"/>
          </a:xfrm>
          <a:prstGeom prst="rect">
            <a:avLst/>
          </a:prstGeom>
          <a:noFill/>
        </p:spPr>
        <p:txBody>
          <a:bodyPr wrap="none" rtlCol="0">
            <a:spAutoFit/>
          </a:bodyPr>
          <a:lstStyle/>
          <a:p>
            <a:r>
              <a:rPr lang="fr-FR" sz="1400" dirty="0">
                <a:solidFill>
                  <a:srgbClr val="0070C0"/>
                </a:solidFill>
              </a:rPr>
              <a:t>20/64</a:t>
            </a:r>
          </a:p>
        </p:txBody>
      </p:sp>
      <p:sp>
        <p:nvSpPr>
          <p:cNvPr id="18" name="ZoneTexte 17">
            <a:extLst>
              <a:ext uri="{FF2B5EF4-FFF2-40B4-BE49-F238E27FC236}">
                <a16:creationId xmlns:a16="http://schemas.microsoft.com/office/drawing/2014/main" id="{FB26CC79-292D-6B33-440C-230F7201B933}"/>
              </a:ext>
            </a:extLst>
          </p:cNvPr>
          <p:cNvSpPr txBox="1"/>
          <p:nvPr/>
        </p:nvSpPr>
        <p:spPr>
          <a:xfrm>
            <a:off x="340614" y="2087618"/>
            <a:ext cx="473202" cy="369332"/>
          </a:xfrm>
          <a:prstGeom prst="rect">
            <a:avLst/>
          </a:prstGeom>
          <a:noFill/>
        </p:spPr>
        <p:txBody>
          <a:bodyPr wrap="square">
            <a:spAutoFit/>
          </a:bodyPr>
          <a:lstStyle/>
          <a:p>
            <a:r>
              <a:rPr lang="fr-FR" dirty="0"/>
              <a:t>🔍</a:t>
            </a:r>
          </a:p>
        </p:txBody>
      </p:sp>
      <p:sp>
        <p:nvSpPr>
          <p:cNvPr id="19" name="ZoneTexte 18">
            <a:extLst>
              <a:ext uri="{FF2B5EF4-FFF2-40B4-BE49-F238E27FC236}">
                <a16:creationId xmlns:a16="http://schemas.microsoft.com/office/drawing/2014/main" id="{D97938A7-C495-C151-0F70-50532A2C2E59}"/>
              </a:ext>
            </a:extLst>
          </p:cNvPr>
          <p:cNvSpPr txBox="1"/>
          <p:nvPr/>
        </p:nvSpPr>
        <p:spPr>
          <a:xfrm>
            <a:off x="3391662" y="2087618"/>
            <a:ext cx="473202" cy="369332"/>
          </a:xfrm>
          <a:prstGeom prst="rect">
            <a:avLst/>
          </a:prstGeom>
          <a:noFill/>
        </p:spPr>
        <p:txBody>
          <a:bodyPr wrap="square">
            <a:spAutoFit/>
          </a:bodyPr>
          <a:lstStyle/>
          <a:p>
            <a:r>
              <a:rPr lang="fr-FR" dirty="0"/>
              <a:t>🔍</a:t>
            </a:r>
          </a:p>
        </p:txBody>
      </p:sp>
      <p:sp>
        <p:nvSpPr>
          <p:cNvPr id="20" name="ZoneTexte 19">
            <a:extLst>
              <a:ext uri="{FF2B5EF4-FFF2-40B4-BE49-F238E27FC236}">
                <a16:creationId xmlns:a16="http://schemas.microsoft.com/office/drawing/2014/main" id="{9AF79A36-311E-EF9B-106A-CF0EBCC759A1}"/>
              </a:ext>
            </a:extLst>
          </p:cNvPr>
          <p:cNvSpPr txBox="1"/>
          <p:nvPr/>
        </p:nvSpPr>
        <p:spPr>
          <a:xfrm>
            <a:off x="6374891" y="2087618"/>
            <a:ext cx="473202" cy="369332"/>
          </a:xfrm>
          <a:prstGeom prst="rect">
            <a:avLst/>
          </a:prstGeom>
          <a:noFill/>
        </p:spPr>
        <p:txBody>
          <a:bodyPr wrap="square">
            <a:spAutoFit/>
          </a:bodyPr>
          <a:lstStyle/>
          <a:p>
            <a:r>
              <a:rPr lang="fr-FR" dirty="0"/>
              <a:t>🔍</a:t>
            </a:r>
          </a:p>
        </p:txBody>
      </p:sp>
      <p:sp>
        <p:nvSpPr>
          <p:cNvPr id="21" name="ZoneTexte 20">
            <a:extLst>
              <a:ext uri="{FF2B5EF4-FFF2-40B4-BE49-F238E27FC236}">
                <a16:creationId xmlns:a16="http://schemas.microsoft.com/office/drawing/2014/main" id="{11C7D500-1E57-7D94-8B93-B2A3FBE0A3A3}"/>
              </a:ext>
            </a:extLst>
          </p:cNvPr>
          <p:cNvSpPr txBox="1"/>
          <p:nvPr/>
        </p:nvSpPr>
        <p:spPr>
          <a:xfrm>
            <a:off x="9384385" y="2087618"/>
            <a:ext cx="473202" cy="369332"/>
          </a:xfrm>
          <a:prstGeom prst="rect">
            <a:avLst/>
          </a:prstGeom>
          <a:noFill/>
        </p:spPr>
        <p:txBody>
          <a:bodyPr wrap="square">
            <a:spAutoFit/>
          </a:bodyPr>
          <a:lstStyle/>
          <a:p>
            <a:r>
              <a:rPr lang="fr-FR" dirty="0"/>
              <a:t>🔍</a:t>
            </a:r>
          </a:p>
        </p:txBody>
      </p:sp>
      <p:sp>
        <p:nvSpPr>
          <p:cNvPr id="22" name="ZoneTexte 21">
            <a:extLst>
              <a:ext uri="{FF2B5EF4-FFF2-40B4-BE49-F238E27FC236}">
                <a16:creationId xmlns:a16="http://schemas.microsoft.com/office/drawing/2014/main" id="{FB6DE974-7416-6403-66D6-C484982B79F3}"/>
              </a:ext>
            </a:extLst>
          </p:cNvPr>
          <p:cNvSpPr txBox="1"/>
          <p:nvPr/>
        </p:nvSpPr>
        <p:spPr>
          <a:xfrm>
            <a:off x="340614" y="4401051"/>
            <a:ext cx="473202" cy="369332"/>
          </a:xfrm>
          <a:prstGeom prst="rect">
            <a:avLst/>
          </a:prstGeom>
          <a:noFill/>
        </p:spPr>
        <p:txBody>
          <a:bodyPr wrap="square">
            <a:spAutoFit/>
          </a:bodyPr>
          <a:lstStyle/>
          <a:p>
            <a:r>
              <a:rPr lang="fr-FR" dirty="0"/>
              <a:t>🔍</a:t>
            </a:r>
          </a:p>
        </p:txBody>
      </p:sp>
      <p:sp>
        <p:nvSpPr>
          <p:cNvPr id="23" name="ZoneTexte 22">
            <a:extLst>
              <a:ext uri="{FF2B5EF4-FFF2-40B4-BE49-F238E27FC236}">
                <a16:creationId xmlns:a16="http://schemas.microsoft.com/office/drawing/2014/main" id="{66737405-3CC7-595B-4699-83C2D7C07051}"/>
              </a:ext>
            </a:extLst>
          </p:cNvPr>
          <p:cNvSpPr txBox="1"/>
          <p:nvPr/>
        </p:nvSpPr>
        <p:spPr>
          <a:xfrm>
            <a:off x="3391662" y="4401051"/>
            <a:ext cx="473202" cy="369332"/>
          </a:xfrm>
          <a:prstGeom prst="rect">
            <a:avLst/>
          </a:prstGeom>
          <a:noFill/>
        </p:spPr>
        <p:txBody>
          <a:bodyPr wrap="square">
            <a:spAutoFit/>
          </a:bodyPr>
          <a:lstStyle/>
          <a:p>
            <a:r>
              <a:rPr lang="fr-FR" dirty="0"/>
              <a:t>🔍</a:t>
            </a:r>
          </a:p>
        </p:txBody>
      </p:sp>
      <p:sp>
        <p:nvSpPr>
          <p:cNvPr id="24" name="ZoneTexte 23">
            <a:extLst>
              <a:ext uri="{FF2B5EF4-FFF2-40B4-BE49-F238E27FC236}">
                <a16:creationId xmlns:a16="http://schemas.microsoft.com/office/drawing/2014/main" id="{10A25741-FE20-1C8E-6AF2-9ACCE2C70BAA}"/>
              </a:ext>
            </a:extLst>
          </p:cNvPr>
          <p:cNvSpPr txBox="1"/>
          <p:nvPr/>
        </p:nvSpPr>
        <p:spPr>
          <a:xfrm>
            <a:off x="6374891" y="4401051"/>
            <a:ext cx="473202" cy="369332"/>
          </a:xfrm>
          <a:prstGeom prst="rect">
            <a:avLst/>
          </a:prstGeom>
          <a:noFill/>
        </p:spPr>
        <p:txBody>
          <a:bodyPr wrap="square">
            <a:spAutoFit/>
          </a:bodyPr>
          <a:lstStyle/>
          <a:p>
            <a:r>
              <a:rPr lang="fr-FR" dirty="0"/>
              <a:t>🔍</a:t>
            </a:r>
          </a:p>
        </p:txBody>
      </p:sp>
      <p:sp>
        <p:nvSpPr>
          <p:cNvPr id="25" name="ZoneTexte 24">
            <a:extLst>
              <a:ext uri="{FF2B5EF4-FFF2-40B4-BE49-F238E27FC236}">
                <a16:creationId xmlns:a16="http://schemas.microsoft.com/office/drawing/2014/main" id="{C8452DB8-5333-E465-42CE-EF2E87F45671}"/>
              </a:ext>
            </a:extLst>
          </p:cNvPr>
          <p:cNvSpPr txBox="1"/>
          <p:nvPr/>
        </p:nvSpPr>
        <p:spPr>
          <a:xfrm>
            <a:off x="9384385" y="4401051"/>
            <a:ext cx="473202" cy="369332"/>
          </a:xfrm>
          <a:prstGeom prst="rect">
            <a:avLst/>
          </a:prstGeom>
          <a:noFill/>
        </p:spPr>
        <p:txBody>
          <a:bodyPr wrap="square">
            <a:spAutoFit/>
          </a:bodyPr>
          <a:lstStyle/>
          <a:p>
            <a:r>
              <a:rPr lang="fr-FR" dirty="0"/>
              <a:t>🔍</a:t>
            </a:r>
          </a:p>
        </p:txBody>
      </p:sp>
      <p:pic>
        <p:nvPicPr>
          <p:cNvPr id="27" name="Image 26">
            <a:extLst>
              <a:ext uri="{FF2B5EF4-FFF2-40B4-BE49-F238E27FC236}">
                <a16:creationId xmlns:a16="http://schemas.microsoft.com/office/drawing/2014/main" id="{B7E6BC57-F8E6-A817-7D66-DC1D8CDEBFD7}"/>
              </a:ext>
            </a:extLst>
          </p:cNvPr>
          <p:cNvPicPr>
            <a:picLocks noChangeAspect="1"/>
          </p:cNvPicPr>
          <p:nvPr/>
        </p:nvPicPr>
        <p:blipFill>
          <a:blip r:embed="rId9"/>
          <a:stretch>
            <a:fillRect/>
          </a:stretch>
        </p:blipFill>
        <p:spPr>
          <a:xfrm>
            <a:off x="2747942" y="1760394"/>
            <a:ext cx="295316" cy="1238837"/>
          </a:xfrm>
          <a:prstGeom prst="rect">
            <a:avLst/>
          </a:prstGeom>
        </p:spPr>
      </p:pic>
      <p:pic>
        <p:nvPicPr>
          <p:cNvPr id="28" name="Image 27">
            <a:extLst>
              <a:ext uri="{FF2B5EF4-FFF2-40B4-BE49-F238E27FC236}">
                <a16:creationId xmlns:a16="http://schemas.microsoft.com/office/drawing/2014/main" id="{14703E33-C3D4-37FE-923C-44780FC7F167}"/>
              </a:ext>
            </a:extLst>
          </p:cNvPr>
          <p:cNvPicPr>
            <a:picLocks noChangeAspect="1"/>
          </p:cNvPicPr>
          <p:nvPr/>
        </p:nvPicPr>
        <p:blipFill>
          <a:blip r:embed="rId9"/>
          <a:stretch>
            <a:fillRect/>
          </a:stretch>
        </p:blipFill>
        <p:spPr>
          <a:xfrm>
            <a:off x="5800684" y="1468199"/>
            <a:ext cx="295316" cy="1238837"/>
          </a:xfrm>
          <a:prstGeom prst="rect">
            <a:avLst/>
          </a:prstGeom>
        </p:spPr>
      </p:pic>
      <p:pic>
        <p:nvPicPr>
          <p:cNvPr id="30" name="Image 29">
            <a:extLst>
              <a:ext uri="{FF2B5EF4-FFF2-40B4-BE49-F238E27FC236}">
                <a16:creationId xmlns:a16="http://schemas.microsoft.com/office/drawing/2014/main" id="{B04125F3-5881-053F-183B-21EDA89E7200}"/>
              </a:ext>
            </a:extLst>
          </p:cNvPr>
          <p:cNvPicPr>
            <a:picLocks noChangeAspect="1"/>
          </p:cNvPicPr>
          <p:nvPr/>
        </p:nvPicPr>
        <p:blipFill>
          <a:blip r:embed="rId9"/>
          <a:stretch>
            <a:fillRect/>
          </a:stretch>
        </p:blipFill>
        <p:spPr>
          <a:xfrm>
            <a:off x="11793474" y="1625173"/>
            <a:ext cx="295316" cy="1238837"/>
          </a:xfrm>
          <a:prstGeom prst="rect">
            <a:avLst/>
          </a:prstGeom>
        </p:spPr>
      </p:pic>
      <p:pic>
        <p:nvPicPr>
          <p:cNvPr id="31" name="Image 30">
            <a:extLst>
              <a:ext uri="{FF2B5EF4-FFF2-40B4-BE49-F238E27FC236}">
                <a16:creationId xmlns:a16="http://schemas.microsoft.com/office/drawing/2014/main" id="{3FE1A8E2-3239-33DF-768C-A41607A70322}"/>
              </a:ext>
            </a:extLst>
          </p:cNvPr>
          <p:cNvPicPr>
            <a:picLocks noChangeAspect="1"/>
          </p:cNvPicPr>
          <p:nvPr/>
        </p:nvPicPr>
        <p:blipFill>
          <a:blip r:embed="rId9"/>
          <a:stretch>
            <a:fillRect/>
          </a:stretch>
        </p:blipFill>
        <p:spPr>
          <a:xfrm>
            <a:off x="2700528" y="4041500"/>
            <a:ext cx="295316" cy="1238837"/>
          </a:xfrm>
          <a:prstGeom prst="rect">
            <a:avLst/>
          </a:prstGeom>
        </p:spPr>
      </p:pic>
      <p:pic>
        <p:nvPicPr>
          <p:cNvPr id="32" name="Image 31">
            <a:extLst>
              <a:ext uri="{FF2B5EF4-FFF2-40B4-BE49-F238E27FC236}">
                <a16:creationId xmlns:a16="http://schemas.microsoft.com/office/drawing/2014/main" id="{EF7708DD-3569-D838-A1DB-6008C7C9625F}"/>
              </a:ext>
            </a:extLst>
          </p:cNvPr>
          <p:cNvPicPr>
            <a:picLocks noChangeAspect="1"/>
          </p:cNvPicPr>
          <p:nvPr/>
        </p:nvPicPr>
        <p:blipFill>
          <a:blip r:embed="rId9"/>
          <a:stretch>
            <a:fillRect/>
          </a:stretch>
        </p:blipFill>
        <p:spPr>
          <a:xfrm>
            <a:off x="5669620" y="3659120"/>
            <a:ext cx="295316" cy="1238837"/>
          </a:xfrm>
          <a:prstGeom prst="rect">
            <a:avLst/>
          </a:prstGeom>
        </p:spPr>
      </p:pic>
      <p:pic>
        <p:nvPicPr>
          <p:cNvPr id="33" name="Image 32">
            <a:extLst>
              <a:ext uri="{FF2B5EF4-FFF2-40B4-BE49-F238E27FC236}">
                <a16:creationId xmlns:a16="http://schemas.microsoft.com/office/drawing/2014/main" id="{407541B7-7B6A-0EAC-4D3A-39B68BA00E08}"/>
              </a:ext>
            </a:extLst>
          </p:cNvPr>
          <p:cNvPicPr>
            <a:picLocks noChangeAspect="1"/>
          </p:cNvPicPr>
          <p:nvPr/>
        </p:nvPicPr>
        <p:blipFill>
          <a:blip r:embed="rId9"/>
          <a:stretch>
            <a:fillRect/>
          </a:stretch>
        </p:blipFill>
        <p:spPr>
          <a:xfrm>
            <a:off x="8783152" y="4032097"/>
            <a:ext cx="295316" cy="1238837"/>
          </a:xfrm>
          <a:prstGeom prst="rect">
            <a:avLst/>
          </a:prstGeom>
        </p:spPr>
      </p:pic>
      <p:pic>
        <p:nvPicPr>
          <p:cNvPr id="34" name="Image 33">
            <a:extLst>
              <a:ext uri="{FF2B5EF4-FFF2-40B4-BE49-F238E27FC236}">
                <a16:creationId xmlns:a16="http://schemas.microsoft.com/office/drawing/2014/main" id="{3CB26D54-3A05-D552-C55F-0853D1C4A445}"/>
              </a:ext>
            </a:extLst>
          </p:cNvPr>
          <p:cNvPicPr>
            <a:picLocks noChangeAspect="1"/>
          </p:cNvPicPr>
          <p:nvPr/>
        </p:nvPicPr>
        <p:blipFill>
          <a:blip r:embed="rId9"/>
          <a:stretch>
            <a:fillRect/>
          </a:stretch>
        </p:blipFill>
        <p:spPr>
          <a:xfrm>
            <a:off x="11667383" y="4032790"/>
            <a:ext cx="295316" cy="1238837"/>
          </a:xfrm>
          <a:prstGeom prst="rect">
            <a:avLst/>
          </a:prstGeom>
        </p:spPr>
      </p:pic>
      <p:pic>
        <p:nvPicPr>
          <p:cNvPr id="2050" name="Picture 2" descr="icône filtrer sur fr.freepik.com">
            <a:extLst>
              <a:ext uri="{FF2B5EF4-FFF2-40B4-BE49-F238E27FC236}">
                <a16:creationId xmlns:a16="http://schemas.microsoft.com/office/drawing/2014/main" id="{E391EC98-9FEE-0617-0B6D-7C80B1609BA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8967" y="544074"/>
            <a:ext cx="369333" cy="369333"/>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2ED2B9BA-083E-2558-308D-B2F692674F80}"/>
              </a:ext>
            </a:extLst>
          </p:cNvPr>
          <p:cNvSpPr/>
          <p:nvPr/>
        </p:nvSpPr>
        <p:spPr>
          <a:xfrm>
            <a:off x="813816" y="1195315"/>
            <a:ext cx="1375576" cy="3376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dirty="0">
                <a:solidFill>
                  <a:srgbClr val="002060"/>
                </a:solidFill>
              </a:rPr>
              <a:t>Pathologies</a:t>
            </a:r>
          </a:p>
        </p:txBody>
      </p:sp>
      <p:sp>
        <p:nvSpPr>
          <p:cNvPr id="7" name="Rectangle 6">
            <a:extLst>
              <a:ext uri="{FF2B5EF4-FFF2-40B4-BE49-F238E27FC236}">
                <a16:creationId xmlns:a16="http://schemas.microsoft.com/office/drawing/2014/main" id="{4FBDAFB5-5DCF-B287-7674-994CBD270C4C}"/>
              </a:ext>
            </a:extLst>
          </p:cNvPr>
          <p:cNvSpPr/>
          <p:nvPr/>
        </p:nvSpPr>
        <p:spPr>
          <a:xfrm>
            <a:off x="832695" y="1994937"/>
            <a:ext cx="541365" cy="3376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dirty="0">
                <a:solidFill>
                  <a:srgbClr val="00B050"/>
                </a:solidFill>
              </a:rPr>
              <a:t>Tags</a:t>
            </a:r>
          </a:p>
        </p:txBody>
      </p:sp>
      <p:sp>
        <p:nvSpPr>
          <p:cNvPr id="8" name="Rectangle 7">
            <a:extLst>
              <a:ext uri="{FF2B5EF4-FFF2-40B4-BE49-F238E27FC236}">
                <a16:creationId xmlns:a16="http://schemas.microsoft.com/office/drawing/2014/main" id="{3504DE6F-CD1E-B155-C532-D7AC675A899A}"/>
              </a:ext>
            </a:extLst>
          </p:cNvPr>
          <p:cNvSpPr/>
          <p:nvPr/>
        </p:nvSpPr>
        <p:spPr>
          <a:xfrm>
            <a:off x="813816" y="2462262"/>
            <a:ext cx="1886712" cy="5369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dirty="0">
              <a:solidFill>
                <a:srgbClr val="002060"/>
              </a:solidFill>
            </a:endParaRPr>
          </a:p>
        </p:txBody>
      </p:sp>
      <p:sp>
        <p:nvSpPr>
          <p:cNvPr id="10" name="Rectangle 9">
            <a:extLst>
              <a:ext uri="{FF2B5EF4-FFF2-40B4-BE49-F238E27FC236}">
                <a16:creationId xmlns:a16="http://schemas.microsoft.com/office/drawing/2014/main" id="{488B6290-73E7-6816-1455-6F8AED2A1C09}"/>
              </a:ext>
            </a:extLst>
          </p:cNvPr>
          <p:cNvSpPr/>
          <p:nvPr/>
        </p:nvSpPr>
        <p:spPr>
          <a:xfrm>
            <a:off x="3854005" y="2377625"/>
            <a:ext cx="1886712" cy="5369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dirty="0">
              <a:solidFill>
                <a:srgbClr val="002060"/>
              </a:solidFill>
            </a:endParaRPr>
          </a:p>
        </p:txBody>
      </p:sp>
      <p:sp>
        <p:nvSpPr>
          <p:cNvPr id="13" name="Rectangle 12">
            <a:extLst>
              <a:ext uri="{FF2B5EF4-FFF2-40B4-BE49-F238E27FC236}">
                <a16:creationId xmlns:a16="http://schemas.microsoft.com/office/drawing/2014/main" id="{96213B6D-5F04-A82B-724A-A6C4CCF2B4B4}"/>
              </a:ext>
            </a:extLst>
          </p:cNvPr>
          <p:cNvSpPr/>
          <p:nvPr/>
        </p:nvSpPr>
        <p:spPr>
          <a:xfrm>
            <a:off x="3864864" y="1216042"/>
            <a:ext cx="1375576" cy="3376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dirty="0">
                <a:solidFill>
                  <a:srgbClr val="002060"/>
                </a:solidFill>
              </a:rPr>
              <a:t>Pathologies</a:t>
            </a:r>
          </a:p>
        </p:txBody>
      </p:sp>
      <p:sp>
        <p:nvSpPr>
          <p:cNvPr id="17" name="Rectangle 16">
            <a:extLst>
              <a:ext uri="{FF2B5EF4-FFF2-40B4-BE49-F238E27FC236}">
                <a16:creationId xmlns:a16="http://schemas.microsoft.com/office/drawing/2014/main" id="{95C71096-F880-9692-26EA-67FFEE412FB7}"/>
              </a:ext>
            </a:extLst>
          </p:cNvPr>
          <p:cNvSpPr/>
          <p:nvPr/>
        </p:nvSpPr>
        <p:spPr>
          <a:xfrm>
            <a:off x="868503" y="1216042"/>
            <a:ext cx="1375576" cy="3168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dirty="0">
                <a:solidFill>
                  <a:srgbClr val="002060"/>
                </a:solidFill>
              </a:rPr>
              <a:t>Pathologies</a:t>
            </a:r>
          </a:p>
        </p:txBody>
      </p:sp>
      <p:sp>
        <p:nvSpPr>
          <p:cNvPr id="26" name="Rectangle 25">
            <a:extLst>
              <a:ext uri="{FF2B5EF4-FFF2-40B4-BE49-F238E27FC236}">
                <a16:creationId xmlns:a16="http://schemas.microsoft.com/office/drawing/2014/main" id="{DFD79090-77FD-D799-9D9E-A0A21AE3F230}"/>
              </a:ext>
            </a:extLst>
          </p:cNvPr>
          <p:cNvSpPr/>
          <p:nvPr/>
        </p:nvSpPr>
        <p:spPr>
          <a:xfrm>
            <a:off x="9857587" y="1205678"/>
            <a:ext cx="1375576" cy="3168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dirty="0">
                <a:solidFill>
                  <a:srgbClr val="002060"/>
                </a:solidFill>
              </a:rPr>
              <a:t>Pathologies</a:t>
            </a:r>
          </a:p>
        </p:txBody>
      </p:sp>
      <p:sp>
        <p:nvSpPr>
          <p:cNvPr id="35" name="Rectangle 34">
            <a:extLst>
              <a:ext uri="{FF2B5EF4-FFF2-40B4-BE49-F238E27FC236}">
                <a16:creationId xmlns:a16="http://schemas.microsoft.com/office/drawing/2014/main" id="{2BF656AD-6C00-01E1-D3E8-110E7141AFAF}"/>
              </a:ext>
            </a:extLst>
          </p:cNvPr>
          <p:cNvSpPr/>
          <p:nvPr/>
        </p:nvSpPr>
        <p:spPr>
          <a:xfrm>
            <a:off x="6858638" y="1223359"/>
            <a:ext cx="1375576" cy="3168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dirty="0">
                <a:solidFill>
                  <a:srgbClr val="002060"/>
                </a:solidFill>
              </a:rPr>
              <a:t>Pathologies</a:t>
            </a:r>
          </a:p>
        </p:txBody>
      </p:sp>
      <p:sp>
        <p:nvSpPr>
          <p:cNvPr id="36" name="Rectangle 35">
            <a:extLst>
              <a:ext uri="{FF2B5EF4-FFF2-40B4-BE49-F238E27FC236}">
                <a16:creationId xmlns:a16="http://schemas.microsoft.com/office/drawing/2014/main" id="{CECF61BB-A8B8-ACC6-01CE-1EFA36FEA199}"/>
              </a:ext>
            </a:extLst>
          </p:cNvPr>
          <p:cNvSpPr/>
          <p:nvPr/>
        </p:nvSpPr>
        <p:spPr>
          <a:xfrm>
            <a:off x="3808893" y="2063817"/>
            <a:ext cx="541365" cy="3376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dirty="0">
                <a:solidFill>
                  <a:srgbClr val="00B050"/>
                </a:solidFill>
              </a:rPr>
              <a:t>Tags</a:t>
            </a:r>
          </a:p>
        </p:txBody>
      </p:sp>
      <p:sp>
        <p:nvSpPr>
          <p:cNvPr id="37" name="Rectangle 36">
            <a:extLst>
              <a:ext uri="{FF2B5EF4-FFF2-40B4-BE49-F238E27FC236}">
                <a16:creationId xmlns:a16="http://schemas.microsoft.com/office/drawing/2014/main" id="{F1FB00C0-1540-63AE-AA74-9077FBEDCE10}"/>
              </a:ext>
            </a:extLst>
          </p:cNvPr>
          <p:cNvSpPr/>
          <p:nvPr/>
        </p:nvSpPr>
        <p:spPr>
          <a:xfrm>
            <a:off x="6872680" y="2013657"/>
            <a:ext cx="541365" cy="3248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dirty="0">
                <a:solidFill>
                  <a:srgbClr val="00B050"/>
                </a:solidFill>
              </a:rPr>
              <a:t>Tags</a:t>
            </a:r>
          </a:p>
        </p:txBody>
      </p:sp>
      <p:sp>
        <p:nvSpPr>
          <p:cNvPr id="38" name="Rectangle 37">
            <a:extLst>
              <a:ext uri="{FF2B5EF4-FFF2-40B4-BE49-F238E27FC236}">
                <a16:creationId xmlns:a16="http://schemas.microsoft.com/office/drawing/2014/main" id="{1CB046E3-E15C-ADCA-BF31-B4F778FDB71D}"/>
              </a:ext>
            </a:extLst>
          </p:cNvPr>
          <p:cNvSpPr/>
          <p:nvPr/>
        </p:nvSpPr>
        <p:spPr>
          <a:xfrm>
            <a:off x="9870716" y="2004633"/>
            <a:ext cx="541365" cy="3376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dirty="0">
                <a:solidFill>
                  <a:srgbClr val="00B050"/>
                </a:solidFill>
              </a:rPr>
              <a:t>Tags</a:t>
            </a:r>
          </a:p>
        </p:txBody>
      </p:sp>
      <p:sp>
        <p:nvSpPr>
          <p:cNvPr id="40" name="Rectangle 39">
            <a:extLst>
              <a:ext uri="{FF2B5EF4-FFF2-40B4-BE49-F238E27FC236}">
                <a16:creationId xmlns:a16="http://schemas.microsoft.com/office/drawing/2014/main" id="{150EDFCF-EF01-78CB-4A98-B6A61FEC2EB4}"/>
              </a:ext>
            </a:extLst>
          </p:cNvPr>
          <p:cNvSpPr/>
          <p:nvPr/>
        </p:nvSpPr>
        <p:spPr>
          <a:xfrm>
            <a:off x="6890741" y="2497067"/>
            <a:ext cx="1886712" cy="4623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dirty="0">
              <a:solidFill>
                <a:srgbClr val="002060"/>
              </a:solidFill>
            </a:endParaRPr>
          </a:p>
        </p:txBody>
      </p:sp>
      <p:sp>
        <p:nvSpPr>
          <p:cNvPr id="41" name="Rectangle 40">
            <a:extLst>
              <a:ext uri="{FF2B5EF4-FFF2-40B4-BE49-F238E27FC236}">
                <a16:creationId xmlns:a16="http://schemas.microsoft.com/office/drawing/2014/main" id="{6EC1245C-CA2A-89BE-C1D7-9ED1625933D3}"/>
              </a:ext>
            </a:extLst>
          </p:cNvPr>
          <p:cNvSpPr/>
          <p:nvPr/>
        </p:nvSpPr>
        <p:spPr>
          <a:xfrm>
            <a:off x="9882175" y="2473119"/>
            <a:ext cx="1886712" cy="28589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200" dirty="0">
              <a:solidFill>
                <a:srgbClr val="002060"/>
              </a:solidFill>
            </a:endParaRPr>
          </a:p>
        </p:txBody>
      </p:sp>
      <p:pic>
        <p:nvPicPr>
          <p:cNvPr id="43" name="Image 42">
            <a:extLst>
              <a:ext uri="{FF2B5EF4-FFF2-40B4-BE49-F238E27FC236}">
                <a16:creationId xmlns:a16="http://schemas.microsoft.com/office/drawing/2014/main" id="{D2069253-FA4A-B254-3B8E-B15AF831535F}"/>
              </a:ext>
            </a:extLst>
          </p:cNvPr>
          <p:cNvPicPr>
            <a:picLocks noChangeAspect="1"/>
          </p:cNvPicPr>
          <p:nvPr/>
        </p:nvPicPr>
        <p:blipFill>
          <a:blip r:embed="rId11"/>
          <a:stretch>
            <a:fillRect/>
          </a:stretch>
        </p:blipFill>
        <p:spPr>
          <a:xfrm>
            <a:off x="868503" y="3550239"/>
            <a:ext cx="11050542" cy="1800476"/>
          </a:xfrm>
          <a:prstGeom prst="rect">
            <a:avLst/>
          </a:prstGeom>
        </p:spPr>
      </p:pic>
      <p:pic>
        <p:nvPicPr>
          <p:cNvPr id="45" name="Image 44">
            <a:extLst>
              <a:ext uri="{FF2B5EF4-FFF2-40B4-BE49-F238E27FC236}">
                <a16:creationId xmlns:a16="http://schemas.microsoft.com/office/drawing/2014/main" id="{F87984F0-C3F2-7460-8B0A-5120410725AE}"/>
              </a:ext>
            </a:extLst>
          </p:cNvPr>
          <p:cNvPicPr>
            <a:picLocks noChangeAspect="1"/>
          </p:cNvPicPr>
          <p:nvPr/>
        </p:nvPicPr>
        <p:blipFill>
          <a:blip r:embed="rId11"/>
          <a:stretch>
            <a:fillRect/>
          </a:stretch>
        </p:blipFill>
        <p:spPr>
          <a:xfrm>
            <a:off x="902856" y="5970719"/>
            <a:ext cx="11050542" cy="1800476"/>
          </a:xfrm>
          <a:prstGeom prst="rect">
            <a:avLst/>
          </a:prstGeom>
        </p:spPr>
      </p:pic>
    </p:spTree>
    <p:extLst>
      <p:ext uri="{BB962C8B-B14F-4D97-AF65-F5344CB8AC3E}">
        <p14:creationId xmlns:p14="http://schemas.microsoft.com/office/powerpoint/2010/main" val="11191515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0E2D64E7-6241-AD2C-71DE-E490FD8B76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8249" y="0"/>
            <a:ext cx="10181984" cy="6858000"/>
          </a:xfrm>
          <a:prstGeom prst="rect">
            <a:avLst/>
          </a:prstGeom>
        </p:spPr>
      </p:pic>
      <p:pic>
        <p:nvPicPr>
          <p:cNvPr id="8" name="Image 7">
            <a:extLst>
              <a:ext uri="{FF2B5EF4-FFF2-40B4-BE49-F238E27FC236}">
                <a16:creationId xmlns:a16="http://schemas.microsoft.com/office/drawing/2014/main" id="{FBC3A9A2-694F-F79B-6C42-A51021F4F64C}"/>
              </a:ext>
            </a:extLst>
          </p:cNvPr>
          <p:cNvPicPr>
            <a:picLocks noChangeAspect="1"/>
          </p:cNvPicPr>
          <p:nvPr/>
        </p:nvPicPr>
        <p:blipFill>
          <a:blip r:embed="rId3"/>
          <a:stretch>
            <a:fillRect/>
          </a:stretch>
        </p:blipFill>
        <p:spPr>
          <a:xfrm>
            <a:off x="10679605" y="700094"/>
            <a:ext cx="420628" cy="369332"/>
          </a:xfrm>
          <a:prstGeom prst="rect">
            <a:avLst/>
          </a:prstGeom>
        </p:spPr>
      </p:pic>
      <p:pic>
        <p:nvPicPr>
          <p:cNvPr id="13" name="Image 12">
            <a:extLst>
              <a:ext uri="{FF2B5EF4-FFF2-40B4-BE49-F238E27FC236}">
                <a16:creationId xmlns:a16="http://schemas.microsoft.com/office/drawing/2014/main" id="{4C04EE54-19A0-5D3B-674E-920B99E81140}"/>
              </a:ext>
            </a:extLst>
          </p:cNvPr>
          <p:cNvPicPr>
            <a:picLocks noChangeAspect="1"/>
          </p:cNvPicPr>
          <p:nvPr/>
        </p:nvPicPr>
        <p:blipFill>
          <a:blip r:embed="rId4"/>
          <a:stretch>
            <a:fillRect/>
          </a:stretch>
        </p:blipFill>
        <p:spPr>
          <a:xfrm>
            <a:off x="3593064" y="807464"/>
            <a:ext cx="266723" cy="228620"/>
          </a:xfrm>
          <a:prstGeom prst="rect">
            <a:avLst/>
          </a:prstGeom>
        </p:spPr>
      </p:pic>
      <p:pic>
        <p:nvPicPr>
          <p:cNvPr id="15" name="Image 14">
            <a:extLst>
              <a:ext uri="{FF2B5EF4-FFF2-40B4-BE49-F238E27FC236}">
                <a16:creationId xmlns:a16="http://schemas.microsoft.com/office/drawing/2014/main" id="{F0A229A0-A4D1-CF58-74A6-A02A9C974994}"/>
              </a:ext>
            </a:extLst>
          </p:cNvPr>
          <p:cNvPicPr>
            <a:picLocks noChangeAspect="1"/>
          </p:cNvPicPr>
          <p:nvPr/>
        </p:nvPicPr>
        <p:blipFill>
          <a:blip r:embed="rId5"/>
          <a:stretch>
            <a:fillRect/>
          </a:stretch>
        </p:blipFill>
        <p:spPr>
          <a:xfrm>
            <a:off x="3434349" y="609314"/>
            <a:ext cx="4048421" cy="550892"/>
          </a:xfrm>
          <a:prstGeom prst="rect">
            <a:avLst/>
          </a:prstGeom>
        </p:spPr>
      </p:pic>
      <p:pic>
        <p:nvPicPr>
          <p:cNvPr id="17" name="Image 16">
            <a:extLst>
              <a:ext uri="{FF2B5EF4-FFF2-40B4-BE49-F238E27FC236}">
                <a16:creationId xmlns:a16="http://schemas.microsoft.com/office/drawing/2014/main" id="{20F0FCE1-C462-DFCB-9524-B0B860E493F1}"/>
              </a:ext>
            </a:extLst>
          </p:cNvPr>
          <p:cNvPicPr>
            <a:picLocks noChangeAspect="1"/>
          </p:cNvPicPr>
          <p:nvPr/>
        </p:nvPicPr>
        <p:blipFill>
          <a:blip r:embed="rId6"/>
          <a:stretch>
            <a:fillRect/>
          </a:stretch>
        </p:blipFill>
        <p:spPr>
          <a:xfrm>
            <a:off x="907708" y="1036084"/>
            <a:ext cx="2435259" cy="4932431"/>
          </a:xfrm>
          <a:prstGeom prst="rect">
            <a:avLst/>
          </a:prstGeom>
        </p:spPr>
      </p:pic>
      <p:pic>
        <p:nvPicPr>
          <p:cNvPr id="19" name="Image 18">
            <a:extLst>
              <a:ext uri="{FF2B5EF4-FFF2-40B4-BE49-F238E27FC236}">
                <a16:creationId xmlns:a16="http://schemas.microsoft.com/office/drawing/2014/main" id="{93CF316F-FF76-EA1D-65BD-C1F1D8548DE5}"/>
              </a:ext>
            </a:extLst>
          </p:cNvPr>
          <p:cNvPicPr>
            <a:picLocks noChangeAspect="1"/>
          </p:cNvPicPr>
          <p:nvPr/>
        </p:nvPicPr>
        <p:blipFill>
          <a:blip r:embed="rId7"/>
          <a:stretch>
            <a:fillRect/>
          </a:stretch>
        </p:blipFill>
        <p:spPr>
          <a:xfrm>
            <a:off x="1100271" y="609314"/>
            <a:ext cx="2050134" cy="777034"/>
          </a:xfrm>
          <a:prstGeom prst="rect">
            <a:avLst/>
          </a:prstGeom>
        </p:spPr>
      </p:pic>
      <p:pic>
        <p:nvPicPr>
          <p:cNvPr id="10" name="Image 9">
            <a:extLst>
              <a:ext uri="{FF2B5EF4-FFF2-40B4-BE49-F238E27FC236}">
                <a16:creationId xmlns:a16="http://schemas.microsoft.com/office/drawing/2014/main" id="{C576C380-1D26-3838-7D1A-8298C952104B}"/>
              </a:ext>
            </a:extLst>
          </p:cNvPr>
          <p:cNvPicPr>
            <a:picLocks noChangeAspect="1"/>
          </p:cNvPicPr>
          <p:nvPr/>
        </p:nvPicPr>
        <p:blipFill>
          <a:blip r:embed="rId8"/>
          <a:stretch>
            <a:fillRect/>
          </a:stretch>
        </p:blipFill>
        <p:spPr>
          <a:xfrm>
            <a:off x="859255" y="570293"/>
            <a:ext cx="482031" cy="550892"/>
          </a:xfrm>
          <a:prstGeom prst="rect">
            <a:avLst/>
          </a:prstGeom>
        </p:spPr>
      </p:pic>
      <p:pic>
        <p:nvPicPr>
          <p:cNvPr id="11" name="Image 10">
            <a:extLst>
              <a:ext uri="{FF2B5EF4-FFF2-40B4-BE49-F238E27FC236}">
                <a16:creationId xmlns:a16="http://schemas.microsoft.com/office/drawing/2014/main" id="{824505C4-23FB-7E1C-6BF6-5789EB8AA5F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432667" y="676018"/>
            <a:ext cx="1621456" cy="436245"/>
          </a:xfrm>
          <a:prstGeom prst="rect">
            <a:avLst/>
          </a:prstGeom>
        </p:spPr>
      </p:pic>
      <p:pic>
        <p:nvPicPr>
          <p:cNvPr id="23" name="Image 22">
            <a:extLst>
              <a:ext uri="{FF2B5EF4-FFF2-40B4-BE49-F238E27FC236}">
                <a16:creationId xmlns:a16="http://schemas.microsoft.com/office/drawing/2014/main" id="{8D2D1252-34C9-0AEB-0C45-69104379CDF5}"/>
              </a:ext>
            </a:extLst>
          </p:cNvPr>
          <p:cNvPicPr>
            <a:picLocks noChangeAspect="1"/>
          </p:cNvPicPr>
          <p:nvPr/>
        </p:nvPicPr>
        <p:blipFill>
          <a:blip r:embed="rId10"/>
          <a:stretch>
            <a:fillRect/>
          </a:stretch>
        </p:blipFill>
        <p:spPr>
          <a:xfrm>
            <a:off x="7482770" y="6174658"/>
            <a:ext cx="1661230" cy="338855"/>
          </a:xfrm>
          <a:prstGeom prst="rect">
            <a:avLst/>
          </a:prstGeom>
        </p:spPr>
      </p:pic>
      <p:pic>
        <p:nvPicPr>
          <p:cNvPr id="25" name="Image 24">
            <a:extLst>
              <a:ext uri="{FF2B5EF4-FFF2-40B4-BE49-F238E27FC236}">
                <a16:creationId xmlns:a16="http://schemas.microsoft.com/office/drawing/2014/main" id="{88699A0D-64FC-5A90-C8C4-0F6AA6191D93}"/>
              </a:ext>
            </a:extLst>
          </p:cNvPr>
          <p:cNvPicPr>
            <a:picLocks noChangeAspect="1"/>
          </p:cNvPicPr>
          <p:nvPr/>
        </p:nvPicPr>
        <p:blipFill>
          <a:blip r:embed="rId11"/>
          <a:stretch>
            <a:fillRect/>
          </a:stretch>
        </p:blipFill>
        <p:spPr>
          <a:xfrm>
            <a:off x="3593064" y="5947899"/>
            <a:ext cx="5272142" cy="453517"/>
          </a:xfrm>
          <a:prstGeom prst="rect">
            <a:avLst/>
          </a:prstGeom>
        </p:spPr>
      </p:pic>
      <p:pic>
        <p:nvPicPr>
          <p:cNvPr id="27" name="Image 26">
            <a:extLst>
              <a:ext uri="{FF2B5EF4-FFF2-40B4-BE49-F238E27FC236}">
                <a16:creationId xmlns:a16="http://schemas.microsoft.com/office/drawing/2014/main" id="{5AC019A0-1C61-BFB0-A2EF-93E6FBDE27E3}"/>
              </a:ext>
            </a:extLst>
          </p:cNvPr>
          <p:cNvPicPr>
            <a:picLocks noChangeAspect="1"/>
          </p:cNvPicPr>
          <p:nvPr/>
        </p:nvPicPr>
        <p:blipFill>
          <a:blip r:embed="rId10"/>
          <a:stretch>
            <a:fillRect/>
          </a:stretch>
        </p:blipFill>
        <p:spPr>
          <a:xfrm>
            <a:off x="4026730" y="2706860"/>
            <a:ext cx="6552779" cy="550892"/>
          </a:xfrm>
          <a:prstGeom prst="rect">
            <a:avLst/>
          </a:prstGeom>
        </p:spPr>
      </p:pic>
      <p:pic>
        <p:nvPicPr>
          <p:cNvPr id="29" name="Image 28">
            <a:extLst>
              <a:ext uri="{FF2B5EF4-FFF2-40B4-BE49-F238E27FC236}">
                <a16:creationId xmlns:a16="http://schemas.microsoft.com/office/drawing/2014/main" id="{9870355F-BF5F-1EE8-F018-A324FDE9F1A8}"/>
              </a:ext>
            </a:extLst>
          </p:cNvPr>
          <p:cNvPicPr>
            <a:picLocks noChangeAspect="1"/>
          </p:cNvPicPr>
          <p:nvPr/>
        </p:nvPicPr>
        <p:blipFill>
          <a:blip r:embed="rId12"/>
          <a:stretch>
            <a:fillRect/>
          </a:stretch>
        </p:blipFill>
        <p:spPr>
          <a:xfrm>
            <a:off x="8912631" y="787793"/>
            <a:ext cx="1226926" cy="327688"/>
          </a:xfrm>
          <a:prstGeom prst="rect">
            <a:avLst/>
          </a:prstGeom>
        </p:spPr>
      </p:pic>
      <p:sp>
        <p:nvSpPr>
          <p:cNvPr id="26" name="ZoneTexte 25">
            <a:extLst>
              <a:ext uri="{FF2B5EF4-FFF2-40B4-BE49-F238E27FC236}">
                <a16:creationId xmlns:a16="http://schemas.microsoft.com/office/drawing/2014/main" id="{2E6D8FF5-0CBF-0D57-31E1-3A305224EB65}"/>
              </a:ext>
            </a:extLst>
          </p:cNvPr>
          <p:cNvSpPr txBox="1"/>
          <p:nvPr/>
        </p:nvSpPr>
        <p:spPr>
          <a:xfrm>
            <a:off x="8865206" y="766971"/>
            <a:ext cx="1630935" cy="369332"/>
          </a:xfrm>
          <a:prstGeom prst="rect">
            <a:avLst/>
          </a:prstGeom>
          <a:noFill/>
        </p:spPr>
        <p:txBody>
          <a:bodyPr wrap="square" rtlCol="0">
            <a:spAutoFit/>
          </a:bodyPr>
          <a:lstStyle/>
          <a:p>
            <a:r>
              <a:rPr lang="fr-FR" dirty="0"/>
              <a:t>base100000.db</a:t>
            </a:r>
          </a:p>
        </p:txBody>
      </p:sp>
      <p:sp>
        <p:nvSpPr>
          <p:cNvPr id="30" name="ZoneTexte 29">
            <a:extLst>
              <a:ext uri="{FF2B5EF4-FFF2-40B4-BE49-F238E27FC236}">
                <a16:creationId xmlns:a16="http://schemas.microsoft.com/office/drawing/2014/main" id="{90AC91BC-D5DA-DA4C-8363-9A4E9AAB816B}"/>
              </a:ext>
            </a:extLst>
          </p:cNvPr>
          <p:cNvSpPr txBox="1"/>
          <p:nvPr/>
        </p:nvSpPr>
        <p:spPr>
          <a:xfrm>
            <a:off x="6278251" y="766971"/>
            <a:ext cx="1630935" cy="369332"/>
          </a:xfrm>
          <a:prstGeom prst="rect">
            <a:avLst/>
          </a:prstGeom>
          <a:noFill/>
        </p:spPr>
        <p:txBody>
          <a:bodyPr wrap="square" rtlCol="0">
            <a:spAutoFit/>
          </a:bodyPr>
          <a:lstStyle/>
          <a:p>
            <a:r>
              <a:rPr lang="fr-FR" dirty="0"/>
              <a:t>7 656 patients</a:t>
            </a:r>
          </a:p>
        </p:txBody>
      </p:sp>
      <p:pic>
        <p:nvPicPr>
          <p:cNvPr id="3" name="Image 2">
            <a:extLst>
              <a:ext uri="{FF2B5EF4-FFF2-40B4-BE49-F238E27FC236}">
                <a16:creationId xmlns:a16="http://schemas.microsoft.com/office/drawing/2014/main" id="{159A9934-4F26-5185-09A9-2B54D0832C86}"/>
              </a:ext>
            </a:extLst>
          </p:cNvPr>
          <p:cNvPicPr>
            <a:picLocks noChangeAspect="1"/>
          </p:cNvPicPr>
          <p:nvPr/>
        </p:nvPicPr>
        <p:blipFill>
          <a:blip r:embed="rId13"/>
          <a:stretch>
            <a:fillRect/>
          </a:stretch>
        </p:blipFill>
        <p:spPr>
          <a:xfrm>
            <a:off x="9319651" y="6008820"/>
            <a:ext cx="1661230" cy="670530"/>
          </a:xfrm>
          <a:prstGeom prst="rect">
            <a:avLst/>
          </a:prstGeom>
        </p:spPr>
      </p:pic>
      <p:sp>
        <p:nvSpPr>
          <p:cNvPr id="7" name="ZoneTexte 6">
            <a:extLst>
              <a:ext uri="{FF2B5EF4-FFF2-40B4-BE49-F238E27FC236}">
                <a16:creationId xmlns:a16="http://schemas.microsoft.com/office/drawing/2014/main" id="{059315AC-3817-546C-8BB1-2C93B2BE29F0}"/>
              </a:ext>
            </a:extLst>
          </p:cNvPr>
          <p:cNvSpPr txBox="1"/>
          <p:nvPr/>
        </p:nvSpPr>
        <p:spPr>
          <a:xfrm>
            <a:off x="9504179" y="6144181"/>
            <a:ext cx="1630935" cy="369332"/>
          </a:xfrm>
          <a:prstGeom prst="rect">
            <a:avLst/>
          </a:prstGeom>
          <a:noFill/>
        </p:spPr>
        <p:txBody>
          <a:bodyPr wrap="square" rtlCol="0">
            <a:spAutoFit/>
          </a:bodyPr>
          <a:lstStyle/>
          <a:p>
            <a:r>
              <a:rPr lang="fr-FR" dirty="0">
                <a:solidFill>
                  <a:schemeClr val="bg1"/>
                </a:solidFill>
              </a:rPr>
              <a:t>Rechercher</a:t>
            </a:r>
          </a:p>
        </p:txBody>
      </p:sp>
      <p:pic>
        <p:nvPicPr>
          <p:cNvPr id="12" name="Image 11">
            <a:extLst>
              <a:ext uri="{FF2B5EF4-FFF2-40B4-BE49-F238E27FC236}">
                <a16:creationId xmlns:a16="http://schemas.microsoft.com/office/drawing/2014/main" id="{E7964474-6318-B5DD-1FF4-6E4424C150EB}"/>
              </a:ext>
            </a:extLst>
          </p:cNvPr>
          <p:cNvPicPr>
            <a:picLocks noChangeAspect="1"/>
          </p:cNvPicPr>
          <p:nvPr/>
        </p:nvPicPr>
        <p:blipFill>
          <a:blip r:embed="rId14"/>
          <a:stretch>
            <a:fillRect/>
          </a:stretch>
        </p:blipFill>
        <p:spPr>
          <a:xfrm>
            <a:off x="981341" y="6008820"/>
            <a:ext cx="555141" cy="616823"/>
          </a:xfrm>
          <a:prstGeom prst="rect">
            <a:avLst/>
          </a:prstGeom>
        </p:spPr>
      </p:pic>
    </p:spTree>
    <p:extLst>
      <p:ext uri="{BB962C8B-B14F-4D97-AF65-F5344CB8AC3E}">
        <p14:creationId xmlns:p14="http://schemas.microsoft.com/office/powerpoint/2010/main" val="14272138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D2CF5816-7D70-0BC5-39B8-8FA6F25962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0780" y="0"/>
            <a:ext cx="10110439" cy="6858000"/>
          </a:xfrm>
          <a:prstGeom prst="rect">
            <a:avLst/>
          </a:prstGeom>
        </p:spPr>
      </p:pic>
    </p:spTree>
    <p:extLst>
      <p:ext uri="{BB962C8B-B14F-4D97-AF65-F5344CB8AC3E}">
        <p14:creationId xmlns:p14="http://schemas.microsoft.com/office/powerpoint/2010/main" val="8109014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F902D58C-79B4-7AB7-1C78-520E360F3B51}"/>
              </a:ext>
            </a:extLst>
          </p:cNvPr>
          <p:cNvSpPr txBox="1"/>
          <p:nvPr/>
        </p:nvSpPr>
        <p:spPr>
          <a:xfrm>
            <a:off x="257175" y="775032"/>
            <a:ext cx="4514850" cy="5591531"/>
          </a:xfrm>
          <a:prstGeom prst="rect">
            <a:avLst/>
          </a:prstGeom>
          <a:noFill/>
        </p:spPr>
        <p:txBody>
          <a:bodyPr wrap="square">
            <a:spAutoFit/>
          </a:bodyPr>
          <a:lstStyle/>
          <a:p>
            <a:pPr>
              <a:lnSpc>
                <a:spcPct val="115000"/>
              </a:lnSpc>
              <a:spcAft>
                <a:spcPts val="800"/>
              </a:spcAft>
              <a:buNone/>
            </a:pPr>
            <a:r>
              <a:rPr lang="fr-FR" sz="1800" kern="100" dirty="0">
                <a:solidFill>
                  <a:srgbClr val="EE0000"/>
                </a:solidFill>
                <a:effectLst/>
                <a:latin typeface="Calibri" panose="020F0502020204030204" pitchFamily="34" charset="0"/>
                <a:ea typeface="Calibri" panose="020F0502020204030204" pitchFamily="34" charset="0"/>
                <a:cs typeface="Times New Roman" panose="02020603050405020304" pitchFamily="18" charset="0"/>
              </a:rPr>
              <a:t>Stop !!! Je viens de tester la page 1.3.1 et c'est une vraie catastrophe : plus de comptage de patients, plus de boutons enregistrer ni de zone exemple dans les paramètres, retour du menu burger que j'avais demandé d'enlever,  plus de debug dans les paramètres mais affiché si on cherche dans la base 1000 inexistante, liste des bases en dur,  icône à gauche qui ne font rien , bouton jour/nuit moche, La photo s'affiche mais plus les pathologies... etc... </a:t>
            </a:r>
            <a:endParaRPr lang="fr-FR"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buNone/>
            </a:pPr>
            <a:r>
              <a:rPr lang="fr-FR" sz="1800" kern="100" dirty="0">
                <a:solidFill>
                  <a:srgbClr val="EE0000"/>
                </a:solidFill>
                <a:effectLst/>
                <a:latin typeface="Calibri" panose="020F0502020204030204" pitchFamily="34" charset="0"/>
                <a:ea typeface="Calibri" panose="020F0502020204030204" pitchFamily="34" charset="0"/>
                <a:cs typeface="Times New Roman" panose="02020603050405020304" pitchFamily="18" charset="0"/>
              </a:rPr>
              <a:t>C'est déjà bien buggé en 130 que je n'avais testé attendant la 131. Donc ce que tu vas faire c'est me reconstituer un prompt global de réalisation de cette page que je relirai et on repartira de zéro car ce n'est plus possible d'amender ce truc qui est totalement vérolé.</a:t>
            </a:r>
            <a:endParaRPr lang="fr-FR"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Image 4">
            <a:extLst>
              <a:ext uri="{FF2B5EF4-FFF2-40B4-BE49-F238E27FC236}">
                <a16:creationId xmlns:a16="http://schemas.microsoft.com/office/drawing/2014/main" id="{70807516-EA52-1A3E-AD94-66AF9DA1F4F1}"/>
              </a:ext>
            </a:extLst>
          </p:cNvPr>
          <p:cNvPicPr>
            <a:picLocks noChangeAspect="1"/>
          </p:cNvPicPr>
          <p:nvPr/>
        </p:nvPicPr>
        <p:blipFill>
          <a:blip r:embed="rId3"/>
          <a:stretch>
            <a:fillRect/>
          </a:stretch>
        </p:blipFill>
        <p:spPr>
          <a:xfrm>
            <a:off x="5738076" y="4896370"/>
            <a:ext cx="1199629" cy="1199629"/>
          </a:xfrm>
          <a:prstGeom prst="rect">
            <a:avLst/>
          </a:prstGeom>
        </p:spPr>
      </p:pic>
      <p:pic>
        <p:nvPicPr>
          <p:cNvPr id="7" name="Image 6">
            <a:extLst>
              <a:ext uri="{FF2B5EF4-FFF2-40B4-BE49-F238E27FC236}">
                <a16:creationId xmlns:a16="http://schemas.microsoft.com/office/drawing/2014/main" id="{BE6ED90F-EC71-892F-B59E-E2B7D99C616F}"/>
              </a:ext>
            </a:extLst>
          </p:cNvPr>
          <p:cNvPicPr>
            <a:picLocks noChangeAspect="1"/>
          </p:cNvPicPr>
          <p:nvPr/>
        </p:nvPicPr>
        <p:blipFill>
          <a:blip r:embed="rId4"/>
          <a:stretch>
            <a:fillRect/>
          </a:stretch>
        </p:blipFill>
        <p:spPr>
          <a:xfrm>
            <a:off x="5781631" y="1114332"/>
            <a:ext cx="628738" cy="666843"/>
          </a:xfrm>
          <a:prstGeom prst="rect">
            <a:avLst/>
          </a:prstGeom>
        </p:spPr>
      </p:pic>
      <p:sp>
        <p:nvSpPr>
          <p:cNvPr id="8" name="Rectangle 7">
            <a:extLst>
              <a:ext uri="{FF2B5EF4-FFF2-40B4-BE49-F238E27FC236}">
                <a16:creationId xmlns:a16="http://schemas.microsoft.com/office/drawing/2014/main" id="{56B8C122-9401-14FC-044D-6F1F8B5381DC}"/>
              </a:ext>
            </a:extLst>
          </p:cNvPr>
          <p:cNvSpPr/>
          <p:nvPr/>
        </p:nvSpPr>
        <p:spPr>
          <a:xfrm rot="18587147">
            <a:off x="6365023" y="1563160"/>
            <a:ext cx="172789" cy="359216"/>
          </a:xfrm>
          <a:prstGeom prst="rect">
            <a:avLst/>
          </a:prstGeom>
          <a:solidFill>
            <a:srgbClr val="8C5089"/>
          </a:solidFill>
          <a:ln>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27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Image 8">
            <a:extLst>
              <a:ext uri="{FF2B5EF4-FFF2-40B4-BE49-F238E27FC236}">
                <a16:creationId xmlns:a16="http://schemas.microsoft.com/office/drawing/2014/main" id="{36709C25-617B-79BA-F9F8-E28BEED7DBE2}"/>
              </a:ext>
            </a:extLst>
          </p:cNvPr>
          <p:cNvPicPr>
            <a:picLocks noChangeAspect="1"/>
          </p:cNvPicPr>
          <p:nvPr/>
        </p:nvPicPr>
        <p:blipFill>
          <a:blip r:embed="rId4"/>
          <a:stretch>
            <a:fillRect/>
          </a:stretch>
        </p:blipFill>
        <p:spPr>
          <a:xfrm>
            <a:off x="5781631" y="2762157"/>
            <a:ext cx="628738" cy="666843"/>
          </a:xfrm>
          <a:prstGeom prst="rect">
            <a:avLst/>
          </a:prstGeom>
        </p:spPr>
      </p:pic>
      <p:sp>
        <p:nvSpPr>
          <p:cNvPr id="11" name="Ellipse 10">
            <a:extLst>
              <a:ext uri="{FF2B5EF4-FFF2-40B4-BE49-F238E27FC236}">
                <a16:creationId xmlns:a16="http://schemas.microsoft.com/office/drawing/2014/main" id="{3E47FC9A-7D16-31D7-26DF-D53CC34CA796}"/>
              </a:ext>
            </a:extLst>
          </p:cNvPr>
          <p:cNvSpPr/>
          <p:nvPr/>
        </p:nvSpPr>
        <p:spPr>
          <a:xfrm>
            <a:off x="4772025" y="3429000"/>
            <a:ext cx="385717" cy="3429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chemeClr val="bg1"/>
                </a:solidFill>
              </a:rPr>
              <a:t>X</a:t>
            </a:r>
          </a:p>
        </p:txBody>
      </p:sp>
      <p:grpSp>
        <p:nvGrpSpPr>
          <p:cNvPr id="10" name="Groupe 9">
            <a:extLst>
              <a:ext uri="{FF2B5EF4-FFF2-40B4-BE49-F238E27FC236}">
                <a16:creationId xmlns:a16="http://schemas.microsoft.com/office/drawing/2014/main" id="{364C97DF-9D05-2CE0-F4CA-7131D93718AE}"/>
              </a:ext>
            </a:extLst>
          </p:cNvPr>
          <p:cNvGrpSpPr/>
          <p:nvPr/>
        </p:nvGrpSpPr>
        <p:grpSpPr>
          <a:xfrm>
            <a:off x="10519695" y="2508764"/>
            <a:ext cx="685896" cy="657317"/>
            <a:chOff x="10607660" y="2607141"/>
            <a:chExt cx="685896" cy="657317"/>
          </a:xfrm>
        </p:grpSpPr>
        <p:pic>
          <p:nvPicPr>
            <p:cNvPr id="13" name="Image 12">
              <a:extLst>
                <a:ext uri="{FF2B5EF4-FFF2-40B4-BE49-F238E27FC236}">
                  <a16:creationId xmlns:a16="http://schemas.microsoft.com/office/drawing/2014/main" id="{CB1946B6-6658-0A91-FC2A-430DAD97E961}"/>
                </a:ext>
              </a:extLst>
            </p:cNvPr>
            <p:cNvPicPr>
              <a:picLocks noChangeAspect="1"/>
            </p:cNvPicPr>
            <p:nvPr/>
          </p:nvPicPr>
          <p:blipFill>
            <a:blip r:embed="rId5"/>
            <a:stretch>
              <a:fillRect/>
            </a:stretch>
          </p:blipFill>
          <p:spPr>
            <a:xfrm>
              <a:off x="10607660" y="2607141"/>
              <a:ext cx="685896" cy="657317"/>
            </a:xfrm>
            <a:prstGeom prst="rect">
              <a:avLst/>
            </a:prstGeom>
          </p:spPr>
        </p:pic>
        <p:sp>
          <p:nvSpPr>
            <p:cNvPr id="2" name="Ellipse 1">
              <a:extLst>
                <a:ext uri="{FF2B5EF4-FFF2-40B4-BE49-F238E27FC236}">
                  <a16:creationId xmlns:a16="http://schemas.microsoft.com/office/drawing/2014/main" id="{ECD21437-2A3B-22FA-A6FE-1095A4E89F7E}"/>
                </a:ext>
              </a:extLst>
            </p:cNvPr>
            <p:cNvSpPr/>
            <p:nvPr/>
          </p:nvSpPr>
          <p:spPr>
            <a:xfrm>
              <a:off x="10621899" y="2682937"/>
              <a:ext cx="588645" cy="560639"/>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4" name="Rectangle 3">
            <a:extLst>
              <a:ext uri="{FF2B5EF4-FFF2-40B4-BE49-F238E27FC236}">
                <a16:creationId xmlns:a16="http://schemas.microsoft.com/office/drawing/2014/main" id="{DADF327E-DB3D-0721-109E-607122FC0727}"/>
              </a:ext>
            </a:extLst>
          </p:cNvPr>
          <p:cNvSpPr/>
          <p:nvPr/>
        </p:nvSpPr>
        <p:spPr>
          <a:xfrm>
            <a:off x="7419975" y="1781175"/>
            <a:ext cx="3785616" cy="56247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400" b="1" dirty="0">
                <a:solidFill>
                  <a:schemeClr val="tx1"/>
                </a:solidFill>
              </a:rPr>
              <a:t>M. Diallo Moussa </a:t>
            </a:r>
            <a:r>
              <a:rPr lang="fr-FR" sz="1400" dirty="0">
                <a:solidFill>
                  <a:schemeClr val="tx1"/>
                </a:solidFill>
              </a:rPr>
              <a:t>habite Dieppe en Seine Maritime(76) - Normandie (Haute Normandie).</a:t>
            </a:r>
          </a:p>
        </p:txBody>
      </p:sp>
      <p:sp>
        <p:nvSpPr>
          <p:cNvPr id="6" name="Rectangle 5">
            <a:extLst>
              <a:ext uri="{FF2B5EF4-FFF2-40B4-BE49-F238E27FC236}">
                <a16:creationId xmlns:a16="http://schemas.microsoft.com/office/drawing/2014/main" id="{41945307-B558-BE8C-9452-5E29673B13F1}"/>
              </a:ext>
            </a:extLst>
          </p:cNvPr>
          <p:cNvSpPr/>
          <p:nvPr/>
        </p:nvSpPr>
        <p:spPr>
          <a:xfrm>
            <a:off x="7419975" y="2180909"/>
            <a:ext cx="3144491" cy="13898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400" dirty="0">
                <a:solidFill>
                  <a:schemeClr val="tx1"/>
                </a:solidFill>
              </a:rPr>
              <a:t>Soigné par </a:t>
            </a:r>
            <a:r>
              <a:rPr lang="fr-FR" sz="1400" b="1" dirty="0">
                <a:solidFill>
                  <a:schemeClr val="tx1"/>
                </a:solidFill>
              </a:rPr>
              <a:t>Mme Jeanne Muller </a:t>
            </a:r>
            <a:r>
              <a:rPr lang="fr-FR" sz="1400" dirty="0">
                <a:solidFill>
                  <a:schemeClr val="tx1"/>
                </a:solidFill>
              </a:rPr>
              <a:t>depuis le 26/10/2007 alors qu’il avait 5 ans par Bagues. Son traitement En Cours, à 2027.96 €, est fini à 82. 195 photos.</a:t>
            </a:r>
          </a:p>
        </p:txBody>
      </p:sp>
      <p:sp>
        <p:nvSpPr>
          <p:cNvPr id="12" name="Rectangle 11">
            <a:extLst>
              <a:ext uri="{FF2B5EF4-FFF2-40B4-BE49-F238E27FC236}">
                <a16:creationId xmlns:a16="http://schemas.microsoft.com/office/drawing/2014/main" id="{46996DEB-FDD6-4255-48E4-346187921E80}"/>
              </a:ext>
            </a:extLst>
          </p:cNvPr>
          <p:cNvSpPr/>
          <p:nvPr/>
        </p:nvSpPr>
        <p:spPr>
          <a:xfrm>
            <a:off x="7419975" y="2333024"/>
            <a:ext cx="3785616" cy="108565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1400" dirty="0">
              <a:solidFill>
                <a:schemeClr val="tx1"/>
              </a:solidFill>
            </a:endParaRPr>
          </a:p>
        </p:txBody>
      </p:sp>
      <p:pic>
        <p:nvPicPr>
          <p:cNvPr id="17" name="Image 16">
            <a:extLst>
              <a:ext uri="{FF2B5EF4-FFF2-40B4-BE49-F238E27FC236}">
                <a16:creationId xmlns:a16="http://schemas.microsoft.com/office/drawing/2014/main" id="{C4A67CF0-AE44-B381-B1D4-CE5DF4B943AA}"/>
              </a:ext>
            </a:extLst>
          </p:cNvPr>
          <p:cNvPicPr>
            <a:picLocks noChangeAspect="1"/>
          </p:cNvPicPr>
          <p:nvPr/>
        </p:nvPicPr>
        <p:blipFill>
          <a:blip r:embed="rId6"/>
          <a:stretch>
            <a:fillRect/>
          </a:stretch>
        </p:blipFill>
        <p:spPr>
          <a:xfrm>
            <a:off x="8172451" y="3950776"/>
            <a:ext cx="819770" cy="867292"/>
          </a:xfrm>
          <a:prstGeom prst="rect">
            <a:avLst/>
          </a:prstGeom>
        </p:spPr>
      </p:pic>
      <p:pic>
        <p:nvPicPr>
          <p:cNvPr id="18" name="Image 17">
            <a:extLst>
              <a:ext uri="{FF2B5EF4-FFF2-40B4-BE49-F238E27FC236}">
                <a16:creationId xmlns:a16="http://schemas.microsoft.com/office/drawing/2014/main" id="{AE45C963-6972-2E28-47EE-801660121CB1}"/>
              </a:ext>
            </a:extLst>
          </p:cNvPr>
          <p:cNvPicPr>
            <a:picLocks noChangeAspect="1"/>
          </p:cNvPicPr>
          <p:nvPr/>
        </p:nvPicPr>
        <p:blipFill>
          <a:blip r:embed="rId4"/>
          <a:stretch>
            <a:fillRect/>
          </a:stretch>
        </p:blipFill>
        <p:spPr>
          <a:xfrm>
            <a:off x="9890957" y="3970530"/>
            <a:ext cx="628738" cy="666843"/>
          </a:xfrm>
          <a:prstGeom prst="rect">
            <a:avLst/>
          </a:prstGeom>
        </p:spPr>
      </p:pic>
      <p:sp>
        <p:nvSpPr>
          <p:cNvPr id="19" name="ZoneTexte 18">
            <a:extLst>
              <a:ext uri="{FF2B5EF4-FFF2-40B4-BE49-F238E27FC236}">
                <a16:creationId xmlns:a16="http://schemas.microsoft.com/office/drawing/2014/main" id="{409ABF22-A919-83FF-4452-06AAA41F9409}"/>
              </a:ext>
            </a:extLst>
          </p:cNvPr>
          <p:cNvSpPr txBox="1"/>
          <p:nvPr/>
        </p:nvSpPr>
        <p:spPr>
          <a:xfrm>
            <a:off x="10205326" y="4283430"/>
            <a:ext cx="450764" cy="707886"/>
          </a:xfrm>
          <a:prstGeom prst="rect">
            <a:avLst/>
          </a:prstGeom>
          <a:noFill/>
        </p:spPr>
        <p:txBody>
          <a:bodyPr wrap="none" rtlCol="0">
            <a:spAutoFit/>
          </a:bodyPr>
          <a:lstStyle/>
          <a:p>
            <a:r>
              <a:rPr lang="fr-FR" sz="4000" dirty="0">
                <a:solidFill>
                  <a:srgbClr val="FF0000"/>
                </a:solidFill>
              </a:rPr>
              <a:t>X</a:t>
            </a:r>
          </a:p>
        </p:txBody>
      </p:sp>
    </p:spTree>
    <p:extLst>
      <p:ext uri="{BB962C8B-B14F-4D97-AF65-F5344CB8AC3E}">
        <p14:creationId xmlns:p14="http://schemas.microsoft.com/office/powerpoint/2010/main" val="29608921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C2B90F7D-49F9-39B9-5312-F7244064BCC0}"/>
              </a:ext>
            </a:extLst>
          </p:cNvPr>
          <p:cNvPicPr>
            <a:picLocks noChangeAspect="1"/>
          </p:cNvPicPr>
          <p:nvPr/>
        </p:nvPicPr>
        <p:blipFill>
          <a:blip r:embed="rId2"/>
          <a:stretch>
            <a:fillRect/>
          </a:stretch>
        </p:blipFill>
        <p:spPr>
          <a:xfrm>
            <a:off x="2968255" y="0"/>
            <a:ext cx="6255489" cy="6858000"/>
          </a:xfrm>
          <a:prstGeom prst="rect">
            <a:avLst/>
          </a:prstGeom>
        </p:spPr>
      </p:pic>
      <p:pic>
        <p:nvPicPr>
          <p:cNvPr id="7" name="Image 6">
            <a:extLst>
              <a:ext uri="{FF2B5EF4-FFF2-40B4-BE49-F238E27FC236}">
                <a16:creationId xmlns:a16="http://schemas.microsoft.com/office/drawing/2014/main" id="{3A0CEBF6-1D03-3C33-103C-3BC6752C90FE}"/>
              </a:ext>
            </a:extLst>
          </p:cNvPr>
          <p:cNvPicPr>
            <a:picLocks noChangeAspect="1"/>
          </p:cNvPicPr>
          <p:nvPr/>
        </p:nvPicPr>
        <p:blipFill>
          <a:blip r:embed="rId3"/>
          <a:stretch>
            <a:fillRect/>
          </a:stretch>
        </p:blipFill>
        <p:spPr>
          <a:xfrm>
            <a:off x="4714638" y="257175"/>
            <a:ext cx="2095930" cy="2905392"/>
          </a:xfrm>
          <a:prstGeom prst="rect">
            <a:avLst/>
          </a:prstGeom>
        </p:spPr>
      </p:pic>
      <p:pic>
        <p:nvPicPr>
          <p:cNvPr id="11" name="Image 10">
            <a:extLst>
              <a:ext uri="{FF2B5EF4-FFF2-40B4-BE49-F238E27FC236}">
                <a16:creationId xmlns:a16="http://schemas.microsoft.com/office/drawing/2014/main" id="{89DDA644-2307-87AB-1FA9-05979ACBC6B1}"/>
              </a:ext>
            </a:extLst>
          </p:cNvPr>
          <p:cNvPicPr>
            <a:picLocks noChangeAspect="1"/>
          </p:cNvPicPr>
          <p:nvPr/>
        </p:nvPicPr>
        <p:blipFill>
          <a:blip r:embed="rId4"/>
          <a:stretch>
            <a:fillRect/>
          </a:stretch>
        </p:blipFill>
        <p:spPr>
          <a:xfrm>
            <a:off x="2818905" y="5019507"/>
            <a:ext cx="7087589" cy="2400635"/>
          </a:xfrm>
          <a:prstGeom prst="rect">
            <a:avLst/>
          </a:prstGeom>
        </p:spPr>
      </p:pic>
      <p:pic>
        <p:nvPicPr>
          <p:cNvPr id="13" name="Image 12">
            <a:extLst>
              <a:ext uri="{FF2B5EF4-FFF2-40B4-BE49-F238E27FC236}">
                <a16:creationId xmlns:a16="http://schemas.microsoft.com/office/drawing/2014/main" id="{1D618465-7DC9-41A2-BEDB-894B9F65DFF0}"/>
              </a:ext>
            </a:extLst>
          </p:cNvPr>
          <p:cNvPicPr>
            <a:picLocks noChangeAspect="1"/>
          </p:cNvPicPr>
          <p:nvPr/>
        </p:nvPicPr>
        <p:blipFill>
          <a:blip r:embed="rId5"/>
          <a:stretch>
            <a:fillRect/>
          </a:stretch>
        </p:blipFill>
        <p:spPr>
          <a:xfrm>
            <a:off x="2713635" y="3162567"/>
            <a:ext cx="6972817" cy="1772963"/>
          </a:xfrm>
          <a:prstGeom prst="rect">
            <a:avLst/>
          </a:prstGeom>
        </p:spPr>
      </p:pic>
      <p:pic>
        <p:nvPicPr>
          <p:cNvPr id="9" name="Image 8">
            <a:extLst>
              <a:ext uri="{FF2B5EF4-FFF2-40B4-BE49-F238E27FC236}">
                <a16:creationId xmlns:a16="http://schemas.microsoft.com/office/drawing/2014/main" id="{42A6F65C-5579-1118-57E4-4B6D057B7DE5}"/>
              </a:ext>
            </a:extLst>
          </p:cNvPr>
          <p:cNvPicPr>
            <a:picLocks noChangeAspect="1"/>
          </p:cNvPicPr>
          <p:nvPr/>
        </p:nvPicPr>
        <p:blipFill>
          <a:blip r:embed="rId6"/>
          <a:stretch>
            <a:fillRect/>
          </a:stretch>
        </p:blipFill>
        <p:spPr>
          <a:xfrm>
            <a:off x="4869301" y="2266949"/>
            <a:ext cx="1941267" cy="2428875"/>
          </a:xfrm>
          <a:prstGeom prst="rect">
            <a:avLst/>
          </a:prstGeom>
        </p:spPr>
      </p:pic>
      <p:sp>
        <p:nvSpPr>
          <p:cNvPr id="15" name="ZoneTexte 14">
            <a:extLst>
              <a:ext uri="{FF2B5EF4-FFF2-40B4-BE49-F238E27FC236}">
                <a16:creationId xmlns:a16="http://schemas.microsoft.com/office/drawing/2014/main" id="{C112230A-9299-3472-B0F9-25A81FF645D8}"/>
              </a:ext>
            </a:extLst>
          </p:cNvPr>
          <p:cNvSpPr txBox="1"/>
          <p:nvPr/>
        </p:nvSpPr>
        <p:spPr>
          <a:xfrm>
            <a:off x="4869301" y="2091864"/>
            <a:ext cx="2090617" cy="830997"/>
          </a:xfrm>
          <a:prstGeom prst="rect">
            <a:avLst/>
          </a:prstGeom>
          <a:noFill/>
        </p:spPr>
        <p:txBody>
          <a:bodyPr wrap="square">
            <a:spAutoFit/>
          </a:bodyPr>
          <a:lstStyle/>
          <a:p>
            <a:r>
              <a:rPr lang="fr-FR" sz="1200" b="1" dirty="0">
                <a:solidFill>
                  <a:schemeClr val="tx1"/>
                </a:solidFill>
              </a:rPr>
              <a:t>M. Diallo Moussa </a:t>
            </a:r>
            <a:r>
              <a:rPr lang="fr-FR" sz="1200" dirty="0">
                <a:solidFill>
                  <a:schemeClr val="tx1"/>
                </a:solidFill>
              </a:rPr>
              <a:t>habite Dieppe en Seine Maritime(76) - Normandie (Haute Normandie).</a:t>
            </a:r>
          </a:p>
        </p:txBody>
      </p:sp>
      <p:sp>
        <p:nvSpPr>
          <p:cNvPr id="17" name="ZoneTexte 16">
            <a:extLst>
              <a:ext uri="{FF2B5EF4-FFF2-40B4-BE49-F238E27FC236}">
                <a16:creationId xmlns:a16="http://schemas.microsoft.com/office/drawing/2014/main" id="{C76DF349-C68A-35ED-6E2E-336D05365220}"/>
              </a:ext>
            </a:extLst>
          </p:cNvPr>
          <p:cNvSpPr txBox="1"/>
          <p:nvPr/>
        </p:nvSpPr>
        <p:spPr>
          <a:xfrm>
            <a:off x="4869301" y="2922861"/>
            <a:ext cx="1941268" cy="1384995"/>
          </a:xfrm>
          <a:prstGeom prst="rect">
            <a:avLst/>
          </a:prstGeom>
          <a:noFill/>
        </p:spPr>
        <p:txBody>
          <a:bodyPr wrap="square">
            <a:spAutoFit/>
          </a:bodyPr>
          <a:lstStyle/>
          <a:p>
            <a:r>
              <a:rPr lang="fr-FR" sz="1200" dirty="0">
                <a:solidFill>
                  <a:schemeClr val="tx1"/>
                </a:solidFill>
              </a:rPr>
              <a:t>Soigné par </a:t>
            </a:r>
            <a:r>
              <a:rPr lang="fr-FR" sz="1200" b="1" dirty="0">
                <a:solidFill>
                  <a:schemeClr val="tx1"/>
                </a:solidFill>
              </a:rPr>
              <a:t>Mme Jeanne Muller </a:t>
            </a:r>
            <a:r>
              <a:rPr lang="fr-FR" sz="1200" dirty="0">
                <a:solidFill>
                  <a:schemeClr val="tx1"/>
                </a:solidFill>
              </a:rPr>
              <a:t>depuis le 26/10/2007 à l'âge de 5 ans par Bagues. Son traitement En Cours, qui lui a coûté 2027.96 €, est fini à 82%. Il compte195 photos</a:t>
            </a:r>
            <a:endParaRPr lang="fr-FR" sz="1200" dirty="0"/>
          </a:p>
        </p:txBody>
      </p:sp>
      <p:pic>
        <p:nvPicPr>
          <p:cNvPr id="19" name="Image 18">
            <a:extLst>
              <a:ext uri="{FF2B5EF4-FFF2-40B4-BE49-F238E27FC236}">
                <a16:creationId xmlns:a16="http://schemas.microsoft.com/office/drawing/2014/main" id="{ECE80214-8EDA-1F32-1AF9-8821EF5F3FA7}"/>
              </a:ext>
            </a:extLst>
          </p:cNvPr>
          <p:cNvPicPr>
            <a:picLocks noChangeAspect="1"/>
          </p:cNvPicPr>
          <p:nvPr/>
        </p:nvPicPr>
        <p:blipFill>
          <a:blip r:embed="rId7"/>
          <a:stretch>
            <a:fillRect/>
          </a:stretch>
        </p:blipFill>
        <p:spPr>
          <a:xfrm>
            <a:off x="6204917" y="4143375"/>
            <a:ext cx="587642" cy="513414"/>
          </a:xfrm>
          <a:prstGeom prst="rect">
            <a:avLst/>
          </a:prstGeom>
        </p:spPr>
      </p:pic>
    </p:spTree>
    <p:extLst>
      <p:ext uri="{BB962C8B-B14F-4D97-AF65-F5344CB8AC3E}">
        <p14:creationId xmlns:p14="http://schemas.microsoft.com/office/powerpoint/2010/main" val="32803274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3DBF8-6491-9C44-F0DB-D668DAAC3B0F}"/>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CFD30B2A-E8BA-24B3-AD90-93667E6FE29B}"/>
              </a:ext>
            </a:extLst>
          </p:cNvPr>
          <p:cNvPicPr>
            <a:picLocks noChangeAspect="1"/>
          </p:cNvPicPr>
          <p:nvPr/>
        </p:nvPicPr>
        <p:blipFill>
          <a:blip r:embed="rId2"/>
          <a:stretch>
            <a:fillRect/>
          </a:stretch>
        </p:blipFill>
        <p:spPr>
          <a:xfrm>
            <a:off x="2942759" y="387737"/>
            <a:ext cx="7773485" cy="724001"/>
          </a:xfrm>
          <a:prstGeom prst="rect">
            <a:avLst/>
          </a:prstGeom>
        </p:spPr>
      </p:pic>
      <p:sp>
        <p:nvSpPr>
          <p:cNvPr id="5" name="ZoneTexte 4">
            <a:extLst>
              <a:ext uri="{FF2B5EF4-FFF2-40B4-BE49-F238E27FC236}">
                <a16:creationId xmlns:a16="http://schemas.microsoft.com/office/drawing/2014/main" id="{C11BE023-8C3F-C024-023A-D039D19E0C4D}"/>
              </a:ext>
            </a:extLst>
          </p:cNvPr>
          <p:cNvSpPr txBox="1"/>
          <p:nvPr/>
        </p:nvSpPr>
        <p:spPr>
          <a:xfrm>
            <a:off x="8620743" y="635411"/>
            <a:ext cx="2095501" cy="369332"/>
          </a:xfrm>
          <a:prstGeom prst="rect">
            <a:avLst/>
          </a:prstGeom>
          <a:noFill/>
        </p:spPr>
        <p:txBody>
          <a:bodyPr wrap="square">
            <a:spAutoFit/>
          </a:bodyPr>
          <a:lstStyle/>
          <a:p>
            <a:r>
              <a:rPr lang="fr-FR" b="0" i="0" dirty="0">
                <a:solidFill>
                  <a:srgbClr val="FFFF00"/>
                </a:solidFill>
                <a:effectLst/>
                <a:latin typeface="-apple-system"/>
              </a:rPr>
              <a:t>704/25 001 (554ms) </a:t>
            </a:r>
            <a:endParaRPr lang="fr-FR" dirty="0">
              <a:solidFill>
                <a:srgbClr val="FFFF00"/>
              </a:solidFill>
            </a:endParaRPr>
          </a:p>
        </p:txBody>
      </p:sp>
      <p:pic>
        <p:nvPicPr>
          <p:cNvPr id="7" name="Image 6">
            <a:extLst>
              <a:ext uri="{FF2B5EF4-FFF2-40B4-BE49-F238E27FC236}">
                <a16:creationId xmlns:a16="http://schemas.microsoft.com/office/drawing/2014/main" id="{A7BFF051-7824-BDF4-ECB8-586107CD2887}"/>
              </a:ext>
            </a:extLst>
          </p:cNvPr>
          <p:cNvPicPr>
            <a:picLocks noChangeAspect="1"/>
          </p:cNvPicPr>
          <p:nvPr/>
        </p:nvPicPr>
        <p:blipFill>
          <a:blip r:embed="rId3"/>
          <a:stretch>
            <a:fillRect/>
          </a:stretch>
        </p:blipFill>
        <p:spPr>
          <a:xfrm>
            <a:off x="1746477" y="569276"/>
            <a:ext cx="1257475" cy="362001"/>
          </a:xfrm>
          <a:prstGeom prst="rect">
            <a:avLst/>
          </a:prstGeom>
        </p:spPr>
      </p:pic>
      <p:sp>
        <p:nvSpPr>
          <p:cNvPr id="8" name="ZoneTexte 7">
            <a:extLst>
              <a:ext uri="{FF2B5EF4-FFF2-40B4-BE49-F238E27FC236}">
                <a16:creationId xmlns:a16="http://schemas.microsoft.com/office/drawing/2014/main" id="{9D98267D-926F-980C-7416-4CFD49CD71AF}"/>
              </a:ext>
            </a:extLst>
          </p:cNvPr>
          <p:cNvSpPr txBox="1"/>
          <p:nvPr/>
        </p:nvSpPr>
        <p:spPr>
          <a:xfrm>
            <a:off x="47770" y="561945"/>
            <a:ext cx="876388" cy="369332"/>
          </a:xfrm>
          <a:prstGeom prst="rect">
            <a:avLst/>
          </a:prstGeom>
          <a:noFill/>
        </p:spPr>
        <p:txBody>
          <a:bodyPr wrap="square" rtlCol="0">
            <a:spAutoFit/>
          </a:bodyPr>
          <a:lstStyle/>
          <a:p>
            <a:r>
              <a:rPr lang="fr-FR" dirty="0"/>
              <a:t>Fig.1</a:t>
            </a:r>
          </a:p>
        </p:txBody>
      </p:sp>
      <p:pic>
        <p:nvPicPr>
          <p:cNvPr id="10" name="Image 9">
            <a:extLst>
              <a:ext uri="{FF2B5EF4-FFF2-40B4-BE49-F238E27FC236}">
                <a16:creationId xmlns:a16="http://schemas.microsoft.com/office/drawing/2014/main" id="{C7FE06A8-8215-CE60-2FB4-73DD0B938C13}"/>
              </a:ext>
            </a:extLst>
          </p:cNvPr>
          <p:cNvPicPr>
            <a:picLocks noChangeAspect="1"/>
          </p:cNvPicPr>
          <p:nvPr/>
        </p:nvPicPr>
        <p:blipFill>
          <a:blip r:embed="rId4"/>
          <a:stretch>
            <a:fillRect/>
          </a:stretch>
        </p:blipFill>
        <p:spPr>
          <a:xfrm>
            <a:off x="1390493" y="3043090"/>
            <a:ext cx="2248214" cy="2105319"/>
          </a:xfrm>
          <a:prstGeom prst="rect">
            <a:avLst/>
          </a:prstGeom>
        </p:spPr>
      </p:pic>
      <p:sp>
        <p:nvSpPr>
          <p:cNvPr id="11" name="ZoneTexte 10">
            <a:extLst>
              <a:ext uri="{FF2B5EF4-FFF2-40B4-BE49-F238E27FC236}">
                <a16:creationId xmlns:a16="http://schemas.microsoft.com/office/drawing/2014/main" id="{D50C232E-DD4A-AF1A-9EE5-FF786F9632DD}"/>
              </a:ext>
            </a:extLst>
          </p:cNvPr>
          <p:cNvSpPr txBox="1"/>
          <p:nvPr/>
        </p:nvSpPr>
        <p:spPr>
          <a:xfrm>
            <a:off x="1762125" y="2733675"/>
            <a:ext cx="984565" cy="369332"/>
          </a:xfrm>
          <a:prstGeom prst="rect">
            <a:avLst/>
          </a:prstGeom>
          <a:noFill/>
        </p:spPr>
        <p:txBody>
          <a:bodyPr wrap="none" rtlCol="0">
            <a:spAutoFit/>
          </a:bodyPr>
          <a:lstStyle/>
          <a:p>
            <a:r>
              <a:rPr lang="fr-FR" dirty="0"/>
              <a:t>Mode IA</a:t>
            </a:r>
          </a:p>
        </p:txBody>
      </p:sp>
      <p:sp>
        <p:nvSpPr>
          <p:cNvPr id="12" name="ZoneTexte 11">
            <a:extLst>
              <a:ext uri="{FF2B5EF4-FFF2-40B4-BE49-F238E27FC236}">
                <a16:creationId xmlns:a16="http://schemas.microsoft.com/office/drawing/2014/main" id="{59D9E007-C1B0-4141-B0AC-80AFE7578362}"/>
              </a:ext>
            </a:extLst>
          </p:cNvPr>
          <p:cNvSpPr txBox="1"/>
          <p:nvPr/>
        </p:nvSpPr>
        <p:spPr>
          <a:xfrm>
            <a:off x="7905750" y="2775466"/>
            <a:ext cx="1646605" cy="369332"/>
          </a:xfrm>
          <a:prstGeom prst="rect">
            <a:avLst/>
          </a:prstGeom>
          <a:noFill/>
        </p:spPr>
        <p:txBody>
          <a:bodyPr wrap="none" rtlCol="0">
            <a:spAutoFit/>
          </a:bodyPr>
          <a:lstStyle/>
          <a:p>
            <a:r>
              <a:rPr lang="fr-FR" dirty="0"/>
              <a:t>Mode classique</a:t>
            </a:r>
          </a:p>
        </p:txBody>
      </p:sp>
      <p:pic>
        <p:nvPicPr>
          <p:cNvPr id="14" name="Image 13">
            <a:extLst>
              <a:ext uri="{FF2B5EF4-FFF2-40B4-BE49-F238E27FC236}">
                <a16:creationId xmlns:a16="http://schemas.microsoft.com/office/drawing/2014/main" id="{045A9674-25BA-71E1-16B3-6B374B4FF29E}"/>
              </a:ext>
            </a:extLst>
          </p:cNvPr>
          <p:cNvPicPr>
            <a:picLocks noChangeAspect="1"/>
          </p:cNvPicPr>
          <p:nvPr/>
        </p:nvPicPr>
        <p:blipFill>
          <a:blip r:embed="rId5"/>
          <a:stretch>
            <a:fillRect/>
          </a:stretch>
        </p:blipFill>
        <p:spPr>
          <a:xfrm>
            <a:off x="4704903" y="4038498"/>
            <a:ext cx="6401693" cy="733527"/>
          </a:xfrm>
          <a:prstGeom prst="rect">
            <a:avLst/>
          </a:prstGeom>
        </p:spPr>
      </p:pic>
      <p:pic>
        <p:nvPicPr>
          <p:cNvPr id="22" name="Image 21">
            <a:extLst>
              <a:ext uri="{FF2B5EF4-FFF2-40B4-BE49-F238E27FC236}">
                <a16:creationId xmlns:a16="http://schemas.microsoft.com/office/drawing/2014/main" id="{1EE291F7-64F8-DF61-032A-C1F76F75633B}"/>
              </a:ext>
            </a:extLst>
          </p:cNvPr>
          <p:cNvPicPr>
            <a:picLocks noChangeAspect="1"/>
          </p:cNvPicPr>
          <p:nvPr/>
        </p:nvPicPr>
        <p:blipFill>
          <a:blip r:embed="rId6"/>
          <a:stretch>
            <a:fillRect/>
          </a:stretch>
        </p:blipFill>
        <p:spPr>
          <a:xfrm>
            <a:off x="8682045" y="4177277"/>
            <a:ext cx="1105054" cy="171474"/>
          </a:xfrm>
          <a:prstGeom prst="rect">
            <a:avLst/>
          </a:prstGeom>
        </p:spPr>
      </p:pic>
      <p:sp>
        <p:nvSpPr>
          <p:cNvPr id="23" name="Rectangle 22">
            <a:extLst>
              <a:ext uri="{FF2B5EF4-FFF2-40B4-BE49-F238E27FC236}">
                <a16:creationId xmlns:a16="http://schemas.microsoft.com/office/drawing/2014/main" id="{691D9D56-C801-1754-2453-9EC417AE97D5}"/>
              </a:ext>
            </a:extLst>
          </p:cNvPr>
          <p:cNvSpPr/>
          <p:nvPr/>
        </p:nvSpPr>
        <p:spPr>
          <a:xfrm>
            <a:off x="8081970" y="4082113"/>
            <a:ext cx="600075" cy="3618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dirty="0">
                <a:solidFill>
                  <a:srgbClr val="00B0F0"/>
                </a:solidFill>
              </a:rPr>
              <a:t>TAGS</a:t>
            </a:r>
          </a:p>
        </p:txBody>
      </p:sp>
      <p:sp>
        <p:nvSpPr>
          <p:cNvPr id="26" name="Rectangle 25">
            <a:extLst>
              <a:ext uri="{FF2B5EF4-FFF2-40B4-BE49-F238E27FC236}">
                <a16:creationId xmlns:a16="http://schemas.microsoft.com/office/drawing/2014/main" id="{A972D42D-908C-8E62-B7E8-14BD79F3B25F}"/>
              </a:ext>
            </a:extLst>
          </p:cNvPr>
          <p:cNvSpPr/>
          <p:nvPr/>
        </p:nvSpPr>
        <p:spPr>
          <a:xfrm>
            <a:off x="1419068" y="4527680"/>
            <a:ext cx="600075" cy="2729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dirty="0">
                <a:solidFill>
                  <a:srgbClr val="00B0F0"/>
                </a:solidFill>
              </a:rPr>
              <a:t>TAGS</a:t>
            </a:r>
          </a:p>
        </p:txBody>
      </p:sp>
      <p:sp>
        <p:nvSpPr>
          <p:cNvPr id="28" name="ZoneTexte 27">
            <a:extLst>
              <a:ext uri="{FF2B5EF4-FFF2-40B4-BE49-F238E27FC236}">
                <a16:creationId xmlns:a16="http://schemas.microsoft.com/office/drawing/2014/main" id="{938F6E9C-E4DA-CDEA-BE5C-068E9E8FD4E4}"/>
              </a:ext>
            </a:extLst>
          </p:cNvPr>
          <p:cNvSpPr txBox="1"/>
          <p:nvPr/>
        </p:nvSpPr>
        <p:spPr>
          <a:xfrm>
            <a:off x="47770" y="4000018"/>
            <a:ext cx="876388" cy="369332"/>
          </a:xfrm>
          <a:prstGeom prst="rect">
            <a:avLst/>
          </a:prstGeom>
          <a:noFill/>
        </p:spPr>
        <p:txBody>
          <a:bodyPr wrap="square" rtlCol="0">
            <a:spAutoFit/>
          </a:bodyPr>
          <a:lstStyle/>
          <a:p>
            <a:r>
              <a:rPr lang="fr-FR" dirty="0"/>
              <a:t>Fig.2</a:t>
            </a:r>
          </a:p>
        </p:txBody>
      </p:sp>
      <p:pic>
        <p:nvPicPr>
          <p:cNvPr id="4" name="Image 3">
            <a:extLst>
              <a:ext uri="{FF2B5EF4-FFF2-40B4-BE49-F238E27FC236}">
                <a16:creationId xmlns:a16="http://schemas.microsoft.com/office/drawing/2014/main" id="{5A87076F-8D04-3D60-5A26-38EF064748FF}"/>
              </a:ext>
            </a:extLst>
          </p:cNvPr>
          <p:cNvPicPr>
            <a:picLocks noChangeAspect="1"/>
          </p:cNvPicPr>
          <p:nvPr/>
        </p:nvPicPr>
        <p:blipFill>
          <a:blip r:embed="rId7"/>
          <a:stretch>
            <a:fillRect/>
          </a:stretch>
        </p:blipFill>
        <p:spPr>
          <a:xfrm>
            <a:off x="6829501" y="4177277"/>
            <a:ext cx="1086002" cy="142895"/>
          </a:xfrm>
          <a:prstGeom prst="rect">
            <a:avLst/>
          </a:prstGeom>
        </p:spPr>
      </p:pic>
      <p:sp>
        <p:nvSpPr>
          <p:cNvPr id="6" name="Rectangle 5">
            <a:extLst>
              <a:ext uri="{FF2B5EF4-FFF2-40B4-BE49-F238E27FC236}">
                <a16:creationId xmlns:a16="http://schemas.microsoft.com/office/drawing/2014/main" id="{4FD2E9E5-860C-1D51-0065-EB2C1882A769}"/>
              </a:ext>
            </a:extLst>
          </p:cNvPr>
          <p:cNvSpPr/>
          <p:nvPr/>
        </p:nvSpPr>
        <p:spPr>
          <a:xfrm>
            <a:off x="1419068" y="5867400"/>
            <a:ext cx="876457" cy="705682"/>
          </a:xfrm>
          <a:prstGeom prst="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Flèche : droite 14">
            <a:extLst>
              <a:ext uri="{FF2B5EF4-FFF2-40B4-BE49-F238E27FC236}">
                <a16:creationId xmlns:a16="http://schemas.microsoft.com/office/drawing/2014/main" id="{B7CD2F0B-9AB5-8AA8-FABE-8067CFCC560A}"/>
              </a:ext>
            </a:extLst>
          </p:cNvPr>
          <p:cNvSpPr/>
          <p:nvPr/>
        </p:nvSpPr>
        <p:spPr>
          <a:xfrm rot="16200000">
            <a:off x="1454326" y="5650896"/>
            <a:ext cx="815074" cy="3236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ZoneTexte 16">
            <a:extLst>
              <a:ext uri="{FF2B5EF4-FFF2-40B4-BE49-F238E27FC236}">
                <a16:creationId xmlns:a16="http://schemas.microsoft.com/office/drawing/2014/main" id="{CAD4E476-483C-E8EE-ED28-AC6190586621}"/>
              </a:ext>
            </a:extLst>
          </p:cNvPr>
          <p:cNvSpPr txBox="1"/>
          <p:nvPr/>
        </p:nvSpPr>
        <p:spPr>
          <a:xfrm>
            <a:off x="3048000" y="3244334"/>
            <a:ext cx="695325" cy="369332"/>
          </a:xfrm>
          <a:prstGeom prst="rect">
            <a:avLst/>
          </a:prstGeom>
          <a:noFill/>
        </p:spPr>
        <p:txBody>
          <a:bodyPr wrap="square">
            <a:spAutoFit/>
          </a:bodyPr>
          <a:lstStyle/>
          <a:p>
            <a:r>
              <a:rPr lang="fr-FR" dirty="0"/>
              <a:t>Fig.3</a:t>
            </a:r>
          </a:p>
        </p:txBody>
      </p:sp>
      <p:sp>
        <p:nvSpPr>
          <p:cNvPr id="18" name="ZoneTexte 17">
            <a:extLst>
              <a:ext uri="{FF2B5EF4-FFF2-40B4-BE49-F238E27FC236}">
                <a16:creationId xmlns:a16="http://schemas.microsoft.com/office/drawing/2014/main" id="{B2EC0DEB-8C5A-609E-2C53-A883D2528B3B}"/>
              </a:ext>
            </a:extLst>
          </p:cNvPr>
          <p:cNvSpPr txBox="1"/>
          <p:nvPr/>
        </p:nvSpPr>
        <p:spPr>
          <a:xfrm>
            <a:off x="47770" y="5932050"/>
            <a:ext cx="876388" cy="369332"/>
          </a:xfrm>
          <a:prstGeom prst="rect">
            <a:avLst/>
          </a:prstGeom>
          <a:noFill/>
        </p:spPr>
        <p:txBody>
          <a:bodyPr wrap="square" rtlCol="0">
            <a:spAutoFit/>
          </a:bodyPr>
          <a:lstStyle/>
          <a:p>
            <a:r>
              <a:rPr lang="fr-FR" dirty="0"/>
              <a:t>Fig.3</a:t>
            </a:r>
          </a:p>
        </p:txBody>
      </p:sp>
    </p:spTree>
    <p:extLst>
      <p:ext uri="{BB962C8B-B14F-4D97-AF65-F5344CB8AC3E}">
        <p14:creationId xmlns:p14="http://schemas.microsoft.com/office/powerpoint/2010/main" val="12250889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62FEF-0559-534B-18C3-881BEE098C88}"/>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AA86E65F-762F-43A5-920A-98C980967D00}"/>
              </a:ext>
            </a:extLst>
          </p:cNvPr>
          <p:cNvSpPr/>
          <p:nvPr/>
        </p:nvSpPr>
        <p:spPr>
          <a:xfrm>
            <a:off x="1060705" y="1828799"/>
            <a:ext cx="8997696" cy="2202511"/>
          </a:xfrm>
          <a:prstGeom prst="rect">
            <a:avLst/>
          </a:prstGeom>
          <a:solidFill>
            <a:srgbClr val="79E7B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3DC5FF85-5B4C-9539-8B9D-2124904877A0}"/>
              </a:ext>
            </a:extLst>
          </p:cNvPr>
          <p:cNvSpPr txBox="1"/>
          <p:nvPr/>
        </p:nvSpPr>
        <p:spPr>
          <a:xfrm>
            <a:off x="47770" y="561945"/>
            <a:ext cx="4478510" cy="369332"/>
          </a:xfrm>
          <a:prstGeom prst="rect">
            <a:avLst/>
          </a:prstGeom>
          <a:noFill/>
        </p:spPr>
        <p:txBody>
          <a:bodyPr wrap="square" rtlCol="0">
            <a:spAutoFit/>
          </a:bodyPr>
          <a:lstStyle/>
          <a:p>
            <a:r>
              <a:rPr lang="fr-FR" dirty="0"/>
              <a:t>Message combien</a:t>
            </a:r>
          </a:p>
        </p:txBody>
      </p:sp>
      <p:pic>
        <p:nvPicPr>
          <p:cNvPr id="4" name="Image 3">
            <a:extLst>
              <a:ext uri="{FF2B5EF4-FFF2-40B4-BE49-F238E27FC236}">
                <a16:creationId xmlns:a16="http://schemas.microsoft.com/office/drawing/2014/main" id="{F55351B0-BE8E-A2D0-F439-2F48194C67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6274" y="1948977"/>
            <a:ext cx="3924300" cy="1962150"/>
          </a:xfrm>
          <a:prstGeom prst="rect">
            <a:avLst/>
          </a:prstGeom>
        </p:spPr>
      </p:pic>
      <p:sp>
        <p:nvSpPr>
          <p:cNvPr id="13" name="ZoneTexte 12">
            <a:extLst>
              <a:ext uri="{FF2B5EF4-FFF2-40B4-BE49-F238E27FC236}">
                <a16:creationId xmlns:a16="http://schemas.microsoft.com/office/drawing/2014/main" id="{212E7E16-38FE-F853-3D77-35EE77FAA1BA}"/>
              </a:ext>
            </a:extLst>
          </p:cNvPr>
          <p:cNvSpPr txBox="1"/>
          <p:nvPr/>
        </p:nvSpPr>
        <p:spPr>
          <a:xfrm>
            <a:off x="5276849" y="2495318"/>
            <a:ext cx="3933826" cy="869469"/>
          </a:xfrm>
          <a:prstGeom prst="rect">
            <a:avLst/>
          </a:prstGeom>
          <a:noFill/>
        </p:spPr>
        <p:txBody>
          <a:bodyPr wrap="square">
            <a:spAutoFit/>
          </a:bodyPr>
          <a:lstStyle/>
          <a:p>
            <a:pPr algn="l">
              <a:spcAft>
                <a:spcPts val="300"/>
              </a:spcAft>
              <a:buNone/>
            </a:pPr>
            <a:r>
              <a:rPr lang="fr-FR" sz="2800" b="0" i="0" dirty="0">
                <a:solidFill>
                  <a:srgbClr val="FF0000"/>
                </a:solidFill>
                <a:effectLst/>
                <a:latin typeface="-apple-system"/>
              </a:rPr>
              <a:t>J'ai trouvé 181 patients</a:t>
            </a:r>
          </a:p>
          <a:p>
            <a:pPr algn="l">
              <a:buNone/>
            </a:pPr>
            <a:r>
              <a:rPr lang="fr-FR" sz="2000" b="0" i="0" dirty="0">
                <a:effectLst/>
                <a:latin typeface="-apple-system"/>
              </a:rPr>
              <a:t>avec bruxisme en 87 ms</a:t>
            </a:r>
          </a:p>
        </p:txBody>
      </p:sp>
      <p:pic>
        <p:nvPicPr>
          <p:cNvPr id="16" name="Image 15">
            <a:extLst>
              <a:ext uri="{FF2B5EF4-FFF2-40B4-BE49-F238E27FC236}">
                <a16:creationId xmlns:a16="http://schemas.microsoft.com/office/drawing/2014/main" id="{BEA62FD4-6E3F-B656-0B94-862607A7EA58}"/>
              </a:ext>
            </a:extLst>
          </p:cNvPr>
          <p:cNvPicPr>
            <a:picLocks noChangeAspect="1"/>
          </p:cNvPicPr>
          <p:nvPr/>
        </p:nvPicPr>
        <p:blipFill>
          <a:blip r:embed="rId3"/>
          <a:stretch>
            <a:fillRect/>
          </a:stretch>
        </p:blipFill>
        <p:spPr>
          <a:xfrm>
            <a:off x="9028598" y="2715711"/>
            <a:ext cx="933580" cy="428685"/>
          </a:xfrm>
          <a:prstGeom prst="rect">
            <a:avLst/>
          </a:prstGeom>
        </p:spPr>
      </p:pic>
    </p:spTree>
    <p:extLst>
      <p:ext uri="{BB962C8B-B14F-4D97-AF65-F5344CB8AC3E}">
        <p14:creationId xmlns:p14="http://schemas.microsoft.com/office/powerpoint/2010/main" val="36536526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48D23-D5C3-162A-18BA-76434E3ACF17}"/>
            </a:ext>
          </a:extLst>
        </p:cNvPr>
        <p:cNvGrpSpPr/>
        <p:nvPr/>
      </p:nvGrpSpPr>
      <p:grpSpPr>
        <a:xfrm>
          <a:off x="0" y="0"/>
          <a:ext cx="0" cy="0"/>
          <a:chOff x="0" y="0"/>
          <a:chExt cx="0" cy="0"/>
        </a:xfrm>
      </p:grpSpPr>
      <p:sp>
        <p:nvSpPr>
          <p:cNvPr id="8" name="ZoneTexte 7">
            <a:extLst>
              <a:ext uri="{FF2B5EF4-FFF2-40B4-BE49-F238E27FC236}">
                <a16:creationId xmlns:a16="http://schemas.microsoft.com/office/drawing/2014/main" id="{165B665B-BDB7-FAB1-2EDF-B29D1F3107EE}"/>
              </a:ext>
            </a:extLst>
          </p:cNvPr>
          <p:cNvSpPr txBox="1"/>
          <p:nvPr/>
        </p:nvSpPr>
        <p:spPr>
          <a:xfrm>
            <a:off x="47770" y="353739"/>
            <a:ext cx="4478510" cy="646331"/>
          </a:xfrm>
          <a:prstGeom prst="rect">
            <a:avLst/>
          </a:prstGeom>
          <a:noFill/>
        </p:spPr>
        <p:txBody>
          <a:bodyPr wrap="square" rtlCol="0">
            <a:spAutoFit/>
          </a:bodyPr>
          <a:lstStyle/>
          <a:p>
            <a:r>
              <a:rPr lang="fr-FR" dirty="0"/>
              <a:t>Personnalisation</a:t>
            </a:r>
          </a:p>
          <a:p>
            <a:r>
              <a:rPr lang="fr-FR" dirty="0"/>
              <a:t>1) Remplacer</a:t>
            </a:r>
          </a:p>
        </p:txBody>
      </p:sp>
      <p:pic>
        <p:nvPicPr>
          <p:cNvPr id="5" name="Image 4">
            <a:extLst>
              <a:ext uri="{FF2B5EF4-FFF2-40B4-BE49-F238E27FC236}">
                <a16:creationId xmlns:a16="http://schemas.microsoft.com/office/drawing/2014/main" id="{C9DAEBA3-B93C-5227-4E11-53927C74533D}"/>
              </a:ext>
            </a:extLst>
          </p:cNvPr>
          <p:cNvPicPr>
            <a:picLocks noChangeAspect="1"/>
          </p:cNvPicPr>
          <p:nvPr/>
        </p:nvPicPr>
        <p:blipFill>
          <a:blip r:embed="rId2"/>
          <a:stretch>
            <a:fillRect/>
          </a:stretch>
        </p:blipFill>
        <p:spPr>
          <a:xfrm>
            <a:off x="47770" y="1277069"/>
            <a:ext cx="12022228" cy="609685"/>
          </a:xfrm>
          <a:prstGeom prst="rect">
            <a:avLst/>
          </a:prstGeom>
        </p:spPr>
      </p:pic>
      <p:sp>
        <p:nvSpPr>
          <p:cNvPr id="7" name="ZoneTexte 6">
            <a:extLst>
              <a:ext uri="{FF2B5EF4-FFF2-40B4-BE49-F238E27FC236}">
                <a16:creationId xmlns:a16="http://schemas.microsoft.com/office/drawing/2014/main" id="{452EB620-2FC1-7E1E-1CF4-20F86AEF7EC3}"/>
              </a:ext>
            </a:extLst>
          </p:cNvPr>
          <p:cNvSpPr txBox="1"/>
          <p:nvPr/>
        </p:nvSpPr>
        <p:spPr>
          <a:xfrm>
            <a:off x="47770" y="1794421"/>
            <a:ext cx="519158" cy="369332"/>
          </a:xfrm>
          <a:prstGeom prst="rect">
            <a:avLst/>
          </a:prstGeom>
          <a:noFill/>
        </p:spPr>
        <p:txBody>
          <a:bodyPr wrap="square">
            <a:spAutoFit/>
          </a:bodyPr>
          <a:lstStyle/>
          <a:p>
            <a:r>
              <a:rPr lang="fr-FR" dirty="0"/>
              <a:t>par</a:t>
            </a:r>
          </a:p>
        </p:txBody>
      </p:sp>
      <p:sp>
        <p:nvSpPr>
          <p:cNvPr id="10" name="ZoneTexte 9">
            <a:extLst>
              <a:ext uri="{FF2B5EF4-FFF2-40B4-BE49-F238E27FC236}">
                <a16:creationId xmlns:a16="http://schemas.microsoft.com/office/drawing/2014/main" id="{B63014F0-B8B0-F8F9-1C81-340D6DB8BD1C}"/>
              </a:ext>
            </a:extLst>
          </p:cNvPr>
          <p:cNvSpPr txBox="1"/>
          <p:nvPr/>
        </p:nvSpPr>
        <p:spPr>
          <a:xfrm>
            <a:off x="47770" y="2249949"/>
            <a:ext cx="1579862" cy="369332"/>
          </a:xfrm>
          <a:prstGeom prst="rect">
            <a:avLst/>
          </a:prstGeom>
          <a:noFill/>
        </p:spPr>
        <p:txBody>
          <a:bodyPr wrap="square">
            <a:spAutoFit/>
          </a:bodyPr>
          <a:lstStyle/>
          <a:p>
            <a:r>
              <a:rPr lang="fr-FR" b="1" i="0" dirty="0">
                <a:solidFill>
                  <a:srgbClr val="333333"/>
                </a:solidFill>
                <a:effectLst/>
                <a:latin typeface="-apple-system"/>
              </a:rPr>
              <a:t>Search</a:t>
            </a:r>
            <a:endParaRPr lang="fr-FR" dirty="0"/>
          </a:p>
        </p:txBody>
      </p:sp>
      <p:sp>
        <p:nvSpPr>
          <p:cNvPr id="11" name="Rectangle 10">
            <a:extLst>
              <a:ext uri="{FF2B5EF4-FFF2-40B4-BE49-F238E27FC236}">
                <a16:creationId xmlns:a16="http://schemas.microsoft.com/office/drawing/2014/main" id="{CE410B37-C7CF-5A14-7D53-9C90177D3368}"/>
              </a:ext>
            </a:extLst>
          </p:cNvPr>
          <p:cNvSpPr/>
          <p:nvPr/>
        </p:nvSpPr>
        <p:spPr>
          <a:xfrm>
            <a:off x="795528" y="2352319"/>
            <a:ext cx="164592" cy="1645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2" name="ZoneTexte 11">
            <a:extLst>
              <a:ext uri="{FF2B5EF4-FFF2-40B4-BE49-F238E27FC236}">
                <a16:creationId xmlns:a16="http://schemas.microsoft.com/office/drawing/2014/main" id="{D8A09ABC-6DDF-CAE1-5138-9AA7A46D6EE2}"/>
              </a:ext>
            </a:extLst>
          </p:cNvPr>
          <p:cNvSpPr txBox="1"/>
          <p:nvPr/>
        </p:nvSpPr>
        <p:spPr>
          <a:xfrm>
            <a:off x="47769" y="2797810"/>
            <a:ext cx="9486756" cy="369332"/>
          </a:xfrm>
          <a:prstGeom prst="rect">
            <a:avLst/>
          </a:prstGeom>
          <a:noFill/>
        </p:spPr>
        <p:txBody>
          <a:bodyPr wrap="square">
            <a:spAutoFit/>
          </a:bodyPr>
          <a:lstStyle/>
          <a:p>
            <a:r>
              <a:rPr lang="fr-FR" dirty="0"/>
              <a:t>Le carré est à fond blanc au départ et passe à  ce bleu si coché. Repasse en blanc si décoché </a:t>
            </a:r>
          </a:p>
        </p:txBody>
      </p:sp>
      <p:sp>
        <p:nvSpPr>
          <p:cNvPr id="13" name="ZoneTexte 12">
            <a:extLst>
              <a:ext uri="{FF2B5EF4-FFF2-40B4-BE49-F238E27FC236}">
                <a16:creationId xmlns:a16="http://schemas.microsoft.com/office/drawing/2014/main" id="{CCF5B006-D515-CC63-B9AF-BA297BFB373A}"/>
              </a:ext>
            </a:extLst>
          </p:cNvPr>
          <p:cNvSpPr txBox="1"/>
          <p:nvPr/>
        </p:nvSpPr>
        <p:spPr>
          <a:xfrm>
            <a:off x="0" y="3530337"/>
            <a:ext cx="4478510" cy="2031325"/>
          </a:xfrm>
          <a:prstGeom prst="rect">
            <a:avLst/>
          </a:prstGeom>
          <a:noFill/>
        </p:spPr>
        <p:txBody>
          <a:bodyPr wrap="square" rtlCol="0">
            <a:spAutoFit/>
          </a:bodyPr>
          <a:lstStyle/>
          <a:p>
            <a:r>
              <a:rPr lang="fr-FR" dirty="0"/>
              <a:t>2) Si le carré est bleu, il affiche à droite tout ce qu’il y a actuellement</a:t>
            </a:r>
          </a:p>
          <a:p>
            <a:endParaRPr lang="fr-FR" dirty="0"/>
          </a:p>
          <a:p>
            <a:endParaRPr lang="fr-FR" dirty="0"/>
          </a:p>
          <a:p>
            <a:endParaRPr lang="fr-FR" dirty="0"/>
          </a:p>
          <a:p>
            <a:r>
              <a:rPr lang="fr-FR" dirty="0"/>
              <a:t>Sinon il n’affiche rien</a:t>
            </a:r>
          </a:p>
          <a:p>
            <a:r>
              <a:rPr lang="fr-FR" dirty="0"/>
              <a:t> </a:t>
            </a:r>
          </a:p>
        </p:txBody>
      </p:sp>
      <p:pic>
        <p:nvPicPr>
          <p:cNvPr id="16" name="Image 15">
            <a:extLst>
              <a:ext uri="{FF2B5EF4-FFF2-40B4-BE49-F238E27FC236}">
                <a16:creationId xmlns:a16="http://schemas.microsoft.com/office/drawing/2014/main" id="{17AB3F8C-D2FA-F578-AE3D-64B274ABD549}"/>
              </a:ext>
            </a:extLst>
          </p:cNvPr>
          <p:cNvPicPr>
            <a:picLocks noChangeAspect="1"/>
          </p:cNvPicPr>
          <p:nvPr/>
        </p:nvPicPr>
        <p:blipFill>
          <a:blip r:embed="rId3"/>
          <a:stretch>
            <a:fillRect/>
          </a:stretch>
        </p:blipFill>
        <p:spPr>
          <a:xfrm>
            <a:off x="307349" y="4153587"/>
            <a:ext cx="10679015" cy="600159"/>
          </a:xfrm>
          <a:prstGeom prst="rect">
            <a:avLst/>
          </a:prstGeom>
        </p:spPr>
      </p:pic>
    </p:spTree>
    <p:extLst>
      <p:ext uri="{BB962C8B-B14F-4D97-AF65-F5344CB8AC3E}">
        <p14:creationId xmlns:p14="http://schemas.microsoft.com/office/powerpoint/2010/main" val="12994283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17CB8-2EF7-6B3C-6F97-4EB8D15D21B8}"/>
            </a:ext>
          </a:extLst>
        </p:cNvPr>
        <p:cNvGrpSpPr/>
        <p:nvPr/>
      </p:nvGrpSpPr>
      <p:grpSpPr>
        <a:xfrm>
          <a:off x="0" y="0"/>
          <a:ext cx="0" cy="0"/>
          <a:chOff x="0" y="0"/>
          <a:chExt cx="0" cy="0"/>
        </a:xfrm>
      </p:grpSpPr>
      <p:sp>
        <p:nvSpPr>
          <p:cNvPr id="8" name="ZoneTexte 7">
            <a:extLst>
              <a:ext uri="{FF2B5EF4-FFF2-40B4-BE49-F238E27FC236}">
                <a16:creationId xmlns:a16="http://schemas.microsoft.com/office/drawing/2014/main" id="{075E4315-539B-8AC9-9DDE-9FB792652B31}"/>
              </a:ext>
            </a:extLst>
          </p:cNvPr>
          <p:cNvSpPr txBox="1"/>
          <p:nvPr/>
        </p:nvSpPr>
        <p:spPr>
          <a:xfrm>
            <a:off x="47770" y="561945"/>
            <a:ext cx="4478510" cy="923330"/>
          </a:xfrm>
          <a:prstGeom prst="rect">
            <a:avLst/>
          </a:prstGeom>
          <a:noFill/>
        </p:spPr>
        <p:txBody>
          <a:bodyPr wrap="square" rtlCol="0">
            <a:spAutoFit/>
          </a:bodyPr>
          <a:lstStyle/>
          <a:p>
            <a:r>
              <a:rPr lang="fr-FR" dirty="0"/>
              <a:t>Clic sur roue dentée</a:t>
            </a:r>
          </a:p>
          <a:p>
            <a:endParaRPr lang="fr-FR" dirty="0"/>
          </a:p>
          <a:p>
            <a:r>
              <a:rPr lang="fr-FR" dirty="0"/>
              <a:t>Page actuelle début et fin</a:t>
            </a:r>
          </a:p>
        </p:txBody>
      </p:sp>
      <p:pic>
        <p:nvPicPr>
          <p:cNvPr id="4" name="Image 3">
            <a:extLst>
              <a:ext uri="{FF2B5EF4-FFF2-40B4-BE49-F238E27FC236}">
                <a16:creationId xmlns:a16="http://schemas.microsoft.com/office/drawing/2014/main" id="{E816DF02-2D85-0B93-85C2-B0D7F20BE7DD}"/>
              </a:ext>
            </a:extLst>
          </p:cNvPr>
          <p:cNvPicPr>
            <a:picLocks noChangeAspect="1"/>
          </p:cNvPicPr>
          <p:nvPr/>
        </p:nvPicPr>
        <p:blipFill>
          <a:blip r:embed="rId2"/>
          <a:stretch>
            <a:fillRect/>
          </a:stretch>
        </p:blipFill>
        <p:spPr>
          <a:xfrm>
            <a:off x="2106024" y="531171"/>
            <a:ext cx="362001" cy="400106"/>
          </a:xfrm>
          <a:prstGeom prst="rect">
            <a:avLst/>
          </a:prstGeom>
        </p:spPr>
      </p:pic>
      <p:pic>
        <p:nvPicPr>
          <p:cNvPr id="6" name="Image 5" descr="Une image contenant texte, capture d’écran, nombre, Police">
            <a:extLst>
              <a:ext uri="{FF2B5EF4-FFF2-40B4-BE49-F238E27FC236}">
                <a16:creationId xmlns:a16="http://schemas.microsoft.com/office/drawing/2014/main" id="{5AFAC5B0-8D3F-93C5-0DA8-BFDA61B65AD6}"/>
              </a:ext>
            </a:extLst>
          </p:cNvPr>
          <p:cNvPicPr>
            <a:picLocks noChangeAspect="1"/>
          </p:cNvPicPr>
          <p:nvPr/>
        </p:nvPicPr>
        <p:blipFill>
          <a:blip r:embed="rId3"/>
          <a:stretch>
            <a:fillRect/>
          </a:stretch>
        </p:blipFill>
        <p:spPr>
          <a:xfrm>
            <a:off x="298760" y="1404839"/>
            <a:ext cx="4227520" cy="4515257"/>
          </a:xfrm>
          <a:prstGeom prst="rect">
            <a:avLst/>
          </a:prstGeom>
        </p:spPr>
      </p:pic>
      <p:pic>
        <p:nvPicPr>
          <p:cNvPr id="9" name="Image 8" descr="Une image contenant texte, capture d’écran, logiciel, Page web&#10;&#10;Le contenu généré par l’IA peut être incorrect.">
            <a:extLst>
              <a:ext uri="{FF2B5EF4-FFF2-40B4-BE49-F238E27FC236}">
                <a16:creationId xmlns:a16="http://schemas.microsoft.com/office/drawing/2014/main" id="{7C1E6691-04D1-D48E-490E-1EF64A4E2D76}"/>
              </a:ext>
            </a:extLst>
          </p:cNvPr>
          <p:cNvPicPr>
            <a:picLocks noChangeAspect="1"/>
          </p:cNvPicPr>
          <p:nvPr/>
        </p:nvPicPr>
        <p:blipFill>
          <a:blip r:embed="rId4"/>
          <a:stretch>
            <a:fillRect/>
          </a:stretch>
        </p:blipFill>
        <p:spPr>
          <a:xfrm>
            <a:off x="5644550" y="204337"/>
            <a:ext cx="5344271" cy="6449325"/>
          </a:xfrm>
          <a:prstGeom prst="rect">
            <a:avLst/>
          </a:prstGeom>
        </p:spPr>
      </p:pic>
    </p:spTree>
    <p:extLst>
      <p:ext uri="{BB962C8B-B14F-4D97-AF65-F5344CB8AC3E}">
        <p14:creationId xmlns:p14="http://schemas.microsoft.com/office/powerpoint/2010/main" val="35855784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4D05E-75C2-BA0A-8FDD-02818D7D2C1A}"/>
            </a:ext>
          </a:extLst>
        </p:cNvPr>
        <p:cNvGrpSpPr/>
        <p:nvPr/>
      </p:nvGrpSpPr>
      <p:grpSpPr>
        <a:xfrm>
          <a:off x="0" y="0"/>
          <a:ext cx="0" cy="0"/>
          <a:chOff x="0" y="0"/>
          <a:chExt cx="0" cy="0"/>
        </a:xfrm>
      </p:grpSpPr>
      <p:sp>
        <p:nvSpPr>
          <p:cNvPr id="8" name="ZoneTexte 7">
            <a:extLst>
              <a:ext uri="{FF2B5EF4-FFF2-40B4-BE49-F238E27FC236}">
                <a16:creationId xmlns:a16="http://schemas.microsoft.com/office/drawing/2014/main" id="{A5B31FA3-1EE3-09C3-57FC-8ED982954854}"/>
              </a:ext>
            </a:extLst>
          </p:cNvPr>
          <p:cNvSpPr txBox="1"/>
          <p:nvPr/>
        </p:nvSpPr>
        <p:spPr>
          <a:xfrm>
            <a:off x="47770" y="561945"/>
            <a:ext cx="4478510" cy="923330"/>
          </a:xfrm>
          <a:prstGeom prst="rect">
            <a:avLst/>
          </a:prstGeom>
          <a:noFill/>
        </p:spPr>
        <p:txBody>
          <a:bodyPr wrap="square" rtlCol="0">
            <a:spAutoFit/>
          </a:bodyPr>
          <a:lstStyle/>
          <a:p>
            <a:r>
              <a:rPr lang="fr-FR" dirty="0"/>
              <a:t>Clic sur roue dentée</a:t>
            </a:r>
          </a:p>
          <a:p>
            <a:endParaRPr lang="fr-FR" dirty="0"/>
          </a:p>
          <a:p>
            <a:r>
              <a:rPr lang="fr-FR" dirty="0"/>
              <a:t>Page Nouvelle début</a:t>
            </a:r>
          </a:p>
        </p:txBody>
      </p:sp>
      <p:pic>
        <p:nvPicPr>
          <p:cNvPr id="4" name="Image 3">
            <a:extLst>
              <a:ext uri="{FF2B5EF4-FFF2-40B4-BE49-F238E27FC236}">
                <a16:creationId xmlns:a16="http://schemas.microsoft.com/office/drawing/2014/main" id="{C86C4739-4BFD-C837-D019-99588C2E5CF4}"/>
              </a:ext>
            </a:extLst>
          </p:cNvPr>
          <p:cNvPicPr>
            <a:picLocks noChangeAspect="1"/>
          </p:cNvPicPr>
          <p:nvPr/>
        </p:nvPicPr>
        <p:blipFill>
          <a:blip r:embed="rId2"/>
          <a:stretch>
            <a:fillRect/>
          </a:stretch>
        </p:blipFill>
        <p:spPr>
          <a:xfrm>
            <a:off x="2106024" y="531171"/>
            <a:ext cx="362001" cy="400106"/>
          </a:xfrm>
          <a:prstGeom prst="rect">
            <a:avLst/>
          </a:prstGeom>
        </p:spPr>
      </p:pic>
      <p:pic>
        <p:nvPicPr>
          <p:cNvPr id="3" name="Image 2" descr="Une image contenant texte, capture d’écran, logiciel, nombre&#10;&#10;Le contenu généré par l’IA peut être incorrect.">
            <a:extLst>
              <a:ext uri="{FF2B5EF4-FFF2-40B4-BE49-F238E27FC236}">
                <a16:creationId xmlns:a16="http://schemas.microsoft.com/office/drawing/2014/main" id="{9075E45D-7373-6F36-2BA8-5CFA23BE7309}"/>
              </a:ext>
            </a:extLst>
          </p:cNvPr>
          <p:cNvPicPr>
            <a:picLocks noChangeAspect="1"/>
          </p:cNvPicPr>
          <p:nvPr/>
        </p:nvPicPr>
        <p:blipFill>
          <a:blip r:embed="rId3"/>
          <a:stretch>
            <a:fillRect/>
          </a:stretch>
        </p:blipFill>
        <p:spPr>
          <a:xfrm>
            <a:off x="3133819" y="0"/>
            <a:ext cx="5924362" cy="6858000"/>
          </a:xfrm>
          <a:prstGeom prst="rect">
            <a:avLst/>
          </a:prstGeom>
        </p:spPr>
      </p:pic>
      <p:sp>
        <p:nvSpPr>
          <p:cNvPr id="5" name="Rectangle : coins arrondis 4">
            <a:extLst>
              <a:ext uri="{FF2B5EF4-FFF2-40B4-BE49-F238E27FC236}">
                <a16:creationId xmlns:a16="http://schemas.microsoft.com/office/drawing/2014/main" id="{46A7AA21-31EE-8CE7-4DF9-919F2D8AA985}"/>
              </a:ext>
            </a:extLst>
          </p:cNvPr>
          <p:cNvSpPr/>
          <p:nvPr/>
        </p:nvSpPr>
        <p:spPr>
          <a:xfrm>
            <a:off x="7450371" y="3069204"/>
            <a:ext cx="532739" cy="29618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dirty="0">
                <a:highlight>
                  <a:srgbClr val="FF0000"/>
                </a:highlight>
              </a:rPr>
              <a:t>Auto</a:t>
            </a:r>
          </a:p>
        </p:txBody>
      </p:sp>
    </p:spTree>
    <p:extLst>
      <p:ext uri="{BB962C8B-B14F-4D97-AF65-F5344CB8AC3E}">
        <p14:creationId xmlns:p14="http://schemas.microsoft.com/office/powerpoint/2010/main" val="39166781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E248C-C1EC-375C-E867-DD43AABE072E}"/>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61F41362-F658-526B-2A9B-AA1C2B2EAEDC}"/>
              </a:ext>
            </a:extLst>
          </p:cNvPr>
          <p:cNvSpPr txBox="1"/>
          <p:nvPr/>
        </p:nvSpPr>
        <p:spPr>
          <a:xfrm>
            <a:off x="0" y="268150"/>
            <a:ext cx="7746722" cy="923330"/>
          </a:xfrm>
          <a:prstGeom prst="rect">
            <a:avLst/>
          </a:prstGeom>
          <a:noFill/>
        </p:spPr>
        <p:txBody>
          <a:bodyPr wrap="square">
            <a:spAutoFit/>
          </a:bodyPr>
          <a:lstStyle/>
          <a:p>
            <a:r>
              <a:rPr lang="fr-FR" dirty="0"/>
              <a:t>Web4</a:t>
            </a:r>
          </a:p>
          <a:p>
            <a:r>
              <a:rPr lang="fr-FR" dirty="0"/>
              <a:t>position case à cocher. </a:t>
            </a:r>
          </a:p>
          <a:p>
            <a:r>
              <a:rPr lang="fr-FR" dirty="0"/>
              <a:t>Voir texte. </a:t>
            </a:r>
          </a:p>
        </p:txBody>
      </p:sp>
      <p:pic>
        <p:nvPicPr>
          <p:cNvPr id="7" name="Image 6" descr="Une image contenant Police, texte, logo, Graphique&#10;&#10;Le contenu généré par l’IA peut être incorrect.">
            <a:extLst>
              <a:ext uri="{FF2B5EF4-FFF2-40B4-BE49-F238E27FC236}">
                <a16:creationId xmlns:a16="http://schemas.microsoft.com/office/drawing/2014/main" id="{68378907-E4DD-791B-A9FE-41FD686DC866}"/>
              </a:ext>
            </a:extLst>
          </p:cNvPr>
          <p:cNvPicPr>
            <a:picLocks noChangeAspect="1"/>
          </p:cNvPicPr>
          <p:nvPr/>
        </p:nvPicPr>
        <p:blipFill>
          <a:blip r:embed="rId2"/>
          <a:stretch>
            <a:fillRect/>
          </a:stretch>
        </p:blipFill>
        <p:spPr>
          <a:xfrm>
            <a:off x="1191979" y="1105695"/>
            <a:ext cx="3286584" cy="743054"/>
          </a:xfrm>
          <a:prstGeom prst="rect">
            <a:avLst/>
          </a:prstGeom>
        </p:spPr>
      </p:pic>
      <p:pic>
        <p:nvPicPr>
          <p:cNvPr id="13" name="Image 12" descr="Une image contenant Police, logo, texte, Graphique&#10;&#10;Le contenu généré par l’IA peut être incorrect.">
            <a:extLst>
              <a:ext uri="{FF2B5EF4-FFF2-40B4-BE49-F238E27FC236}">
                <a16:creationId xmlns:a16="http://schemas.microsoft.com/office/drawing/2014/main" id="{6EAD7C73-4B2B-91DD-9E56-4A17A3E2E4C6}"/>
              </a:ext>
            </a:extLst>
          </p:cNvPr>
          <p:cNvPicPr>
            <a:picLocks noChangeAspect="1"/>
          </p:cNvPicPr>
          <p:nvPr/>
        </p:nvPicPr>
        <p:blipFill>
          <a:blip r:embed="rId3"/>
          <a:stretch>
            <a:fillRect/>
          </a:stretch>
        </p:blipFill>
        <p:spPr>
          <a:xfrm>
            <a:off x="1297676" y="1902115"/>
            <a:ext cx="2705478" cy="724001"/>
          </a:xfrm>
          <a:prstGeom prst="rect">
            <a:avLst/>
          </a:prstGeom>
        </p:spPr>
      </p:pic>
      <p:sp>
        <p:nvSpPr>
          <p:cNvPr id="15" name="ZoneTexte 14">
            <a:extLst>
              <a:ext uri="{FF2B5EF4-FFF2-40B4-BE49-F238E27FC236}">
                <a16:creationId xmlns:a16="http://schemas.microsoft.com/office/drawing/2014/main" id="{729B00CD-6B6B-AA0B-557B-39654C73706F}"/>
              </a:ext>
            </a:extLst>
          </p:cNvPr>
          <p:cNvSpPr txBox="1"/>
          <p:nvPr/>
        </p:nvSpPr>
        <p:spPr>
          <a:xfrm>
            <a:off x="212066" y="1155124"/>
            <a:ext cx="1758635" cy="1200329"/>
          </a:xfrm>
          <a:prstGeom prst="rect">
            <a:avLst/>
          </a:prstGeom>
          <a:noFill/>
        </p:spPr>
        <p:txBody>
          <a:bodyPr wrap="square">
            <a:spAutoFit/>
          </a:bodyPr>
          <a:lstStyle/>
          <a:p>
            <a:r>
              <a:rPr lang="fr-FR" dirty="0"/>
              <a:t>On passe </a:t>
            </a:r>
          </a:p>
          <a:p>
            <a:r>
              <a:rPr lang="fr-FR" dirty="0"/>
              <a:t>de </a:t>
            </a:r>
          </a:p>
          <a:p>
            <a:endParaRPr lang="fr-FR" dirty="0"/>
          </a:p>
          <a:p>
            <a:r>
              <a:rPr lang="fr-FR" dirty="0"/>
              <a:t>à</a:t>
            </a:r>
          </a:p>
        </p:txBody>
      </p:sp>
      <p:pic>
        <p:nvPicPr>
          <p:cNvPr id="17" name="Image 16">
            <a:extLst>
              <a:ext uri="{FF2B5EF4-FFF2-40B4-BE49-F238E27FC236}">
                <a16:creationId xmlns:a16="http://schemas.microsoft.com/office/drawing/2014/main" id="{46E0F179-7623-EF5A-215F-C3E2C7F67C58}"/>
              </a:ext>
            </a:extLst>
          </p:cNvPr>
          <p:cNvPicPr>
            <a:picLocks noChangeAspect="1"/>
          </p:cNvPicPr>
          <p:nvPr/>
        </p:nvPicPr>
        <p:blipFill>
          <a:blip r:embed="rId4"/>
          <a:stretch>
            <a:fillRect/>
          </a:stretch>
        </p:blipFill>
        <p:spPr>
          <a:xfrm>
            <a:off x="3056311" y="2130746"/>
            <a:ext cx="209579" cy="266737"/>
          </a:xfrm>
          <a:prstGeom prst="rect">
            <a:avLst/>
          </a:prstGeom>
        </p:spPr>
      </p:pic>
      <p:sp>
        <p:nvSpPr>
          <p:cNvPr id="22" name="Rectangle 4">
            <a:extLst>
              <a:ext uri="{FF2B5EF4-FFF2-40B4-BE49-F238E27FC236}">
                <a16:creationId xmlns:a16="http://schemas.microsoft.com/office/drawing/2014/main" id="{A973E427-E3B3-BE32-075A-CE16491DC61A}"/>
              </a:ext>
            </a:extLst>
          </p:cNvPr>
          <p:cNvSpPr>
            <a:spLocks noChangeArrowheads="1"/>
          </p:cNvSpPr>
          <p:nvPr/>
        </p:nvSpPr>
        <p:spPr bwMode="auto">
          <a:xfrm>
            <a:off x="0" y="-338554"/>
            <a:ext cx="65"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800" b="0" i="0" u="none" strike="noStrike" cap="none" normalizeH="0" baseline="0" dirty="0">
                <a:ln>
                  <a:noFill/>
                </a:ln>
                <a:solidFill>
                  <a:schemeClr val="tx1"/>
                </a:solidFill>
                <a:effectLst/>
                <a:latin typeface="Arial" panose="020B0604020202020204" pitchFamily="34" charset="0"/>
              </a:rPr>
            </a:b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25" name="ZoneTexte 24">
            <a:extLst>
              <a:ext uri="{FF2B5EF4-FFF2-40B4-BE49-F238E27FC236}">
                <a16:creationId xmlns:a16="http://schemas.microsoft.com/office/drawing/2014/main" id="{DEB94F51-C279-9091-F450-934E581921B6}"/>
              </a:ext>
            </a:extLst>
          </p:cNvPr>
          <p:cNvSpPr txBox="1"/>
          <p:nvPr/>
        </p:nvSpPr>
        <p:spPr>
          <a:xfrm>
            <a:off x="5141893" y="678713"/>
            <a:ext cx="954107" cy="369332"/>
          </a:xfrm>
          <a:prstGeom prst="rect">
            <a:avLst/>
          </a:prstGeom>
          <a:noFill/>
        </p:spPr>
        <p:txBody>
          <a:bodyPr wrap="none" rtlCol="0">
            <a:spAutoFit/>
          </a:bodyPr>
          <a:lstStyle/>
          <a:p>
            <a:r>
              <a:rPr lang="fr-FR" altLang="fr-FR" b="1" dirty="0">
                <a:solidFill>
                  <a:srgbClr val="FF0000"/>
                </a:solidFill>
                <a:latin typeface="Arial" panose="020B0604020202020204" pitchFamily="34" charset="0"/>
              </a:rPr>
              <a:t>Search</a:t>
            </a:r>
            <a:endParaRPr lang="fr-FR" dirty="0">
              <a:solidFill>
                <a:srgbClr val="FF0000"/>
              </a:solidFill>
            </a:endParaRPr>
          </a:p>
        </p:txBody>
      </p:sp>
      <p:sp>
        <p:nvSpPr>
          <p:cNvPr id="26" name="ZoneTexte 25">
            <a:extLst>
              <a:ext uri="{FF2B5EF4-FFF2-40B4-BE49-F238E27FC236}">
                <a16:creationId xmlns:a16="http://schemas.microsoft.com/office/drawing/2014/main" id="{44BF4740-BB7B-FE09-42D9-8BD4D8F20F5B}"/>
              </a:ext>
            </a:extLst>
          </p:cNvPr>
          <p:cNvSpPr txBox="1"/>
          <p:nvPr/>
        </p:nvSpPr>
        <p:spPr>
          <a:xfrm>
            <a:off x="7532320" y="678713"/>
            <a:ext cx="954107" cy="369332"/>
          </a:xfrm>
          <a:prstGeom prst="rect">
            <a:avLst/>
          </a:prstGeom>
          <a:noFill/>
        </p:spPr>
        <p:txBody>
          <a:bodyPr wrap="none" rtlCol="0">
            <a:spAutoFit/>
          </a:bodyPr>
          <a:lstStyle/>
          <a:p>
            <a:r>
              <a:rPr lang="fr-FR" altLang="fr-FR" b="1" dirty="0">
                <a:solidFill>
                  <a:schemeClr val="accent4">
                    <a:lumMod val="75000"/>
                  </a:schemeClr>
                </a:solidFill>
                <a:latin typeface="Arial" panose="020B0604020202020204" pitchFamily="34" charset="0"/>
              </a:rPr>
              <a:t>Search</a:t>
            </a:r>
            <a:endParaRPr lang="fr-FR" dirty="0">
              <a:solidFill>
                <a:schemeClr val="accent4">
                  <a:lumMod val="75000"/>
                </a:schemeClr>
              </a:solidFill>
            </a:endParaRPr>
          </a:p>
        </p:txBody>
      </p:sp>
      <p:sp>
        <p:nvSpPr>
          <p:cNvPr id="27" name="Flèche : droite 26">
            <a:extLst>
              <a:ext uri="{FF2B5EF4-FFF2-40B4-BE49-F238E27FC236}">
                <a16:creationId xmlns:a16="http://schemas.microsoft.com/office/drawing/2014/main" id="{15C93CA2-3BB5-3C2F-02AC-5F6CBE6504D5}"/>
              </a:ext>
            </a:extLst>
          </p:cNvPr>
          <p:cNvSpPr/>
          <p:nvPr/>
        </p:nvSpPr>
        <p:spPr>
          <a:xfrm>
            <a:off x="6182720" y="621063"/>
            <a:ext cx="1349600"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2 secondes</a:t>
            </a:r>
          </a:p>
        </p:txBody>
      </p:sp>
      <p:sp>
        <p:nvSpPr>
          <p:cNvPr id="29" name="ZoneTexte 28">
            <a:extLst>
              <a:ext uri="{FF2B5EF4-FFF2-40B4-BE49-F238E27FC236}">
                <a16:creationId xmlns:a16="http://schemas.microsoft.com/office/drawing/2014/main" id="{B3B39093-2B81-5AEB-772A-B795C1E2D78E}"/>
              </a:ext>
            </a:extLst>
          </p:cNvPr>
          <p:cNvSpPr txBox="1"/>
          <p:nvPr/>
        </p:nvSpPr>
        <p:spPr>
          <a:xfrm>
            <a:off x="4679710" y="28272"/>
            <a:ext cx="6097508" cy="369332"/>
          </a:xfrm>
          <a:prstGeom prst="rect">
            <a:avLst/>
          </a:prstGeom>
          <a:noFill/>
        </p:spPr>
        <p:txBody>
          <a:bodyPr wrap="square">
            <a:spAutoFit/>
          </a:bodyPr>
          <a:lstStyle/>
          <a:p>
            <a:r>
              <a:rPr lang="fr-FR" dirty="0"/>
              <a:t>Animation du mot Search :</a:t>
            </a:r>
          </a:p>
        </p:txBody>
      </p:sp>
      <p:sp>
        <p:nvSpPr>
          <p:cNvPr id="32" name="ZoneTexte 31">
            <a:extLst>
              <a:ext uri="{FF2B5EF4-FFF2-40B4-BE49-F238E27FC236}">
                <a16:creationId xmlns:a16="http://schemas.microsoft.com/office/drawing/2014/main" id="{E2D42C7D-0851-1077-1093-670EFAF0B61A}"/>
              </a:ext>
            </a:extLst>
          </p:cNvPr>
          <p:cNvSpPr txBox="1"/>
          <p:nvPr/>
        </p:nvSpPr>
        <p:spPr>
          <a:xfrm>
            <a:off x="9781543" y="678713"/>
            <a:ext cx="954107" cy="369332"/>
          </a:xfrm>
          <a:prstGeom prst="rect">
            <a:avLst/>
          </a:prstGeom>
          <a:noFill/>
        </p:spPr>
        <p:txBody>
          <a:bodyPr wrap="none" rtlCol="0">
            <a:spAutoFit/>
          </a:bodyPr>
          <a:lstStyle/>
          <a:p>
            <a:r>
              <a:rPr lang="fr-FR" altLang="fr-FR" b="1" dirty="0">
                <a:solidFill>
                  <a:srgbClr val="00B050"/>
                </a:solidFill>
                <a:latin typeface="Arial" panose="020B0604020202020204" pitchFamily="34" charset="0"/>
              </a:rPr>
              <a:t>Search</a:t>
            </a:r>
            <a:endParaRPr lang="fr-FR" dirty="0">
              <a:solidFill>
                <a:srgbClr val="00B050"/>
              </a:solidFill>
            </a:endParaRPr>
          </a:p>
        </p:txBody>
      </p:sp>
      <p:sp>
        <p:nvSpPr>
          <p:cNvPr id="33" name="Flèche : droite 32">
            <a:extLst>
              <a:ext uri="{FF2B5EF4-FFF2-40B4-BE49-F238E27FC236}">
                <a16:creationId xmlns:a16="http://schemas.microsoft.com/office/drawing/2014/main" id="{39730169-41FA-D124-D3E7-046D124C2001}"/>
              </a:ext>
            </a:extLst>
          </p:cNvPr>
          <p:cNvSpPr/>
          <p:nvPr/>
        </p:nvSpPr>
        <p:spPr>
          <a:xfrm>
            <a:off x="8431943" y="622235"/>
            <a:ext cx="1349600"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2 secondes</a:t>
            </a:r>
          </a:p>
        </p:txBody>
      </p:sp>
      <p:sp>
        <p:nvSpPr>
          <p:cNvPr id="10" name="ZoneTexte 9">
            <a:extLst>
              <a:ext uri="{FF2B5EF4-FFF2-40B4-BE49-F238E27FC236}">
                <a16:creationId xmlns:a16="http://schemas.microsoft.com/office/drawing/2014/main" id="{A197C48B-7932-4D65-5672-8E1460050B0F}"/>
              </a:ext>
            </a:extLst>
          </p:cNvPr>
          <p:cNvSpPr txBox="1"/>
          <p:nvPr/>
        </p:nvSpPr>
        <p:spPr>
          <a:xfrm>
            <a:off x="9940217" y="2531897"/>
            <a:ext cx="954107" cy="369332"/>
          </a:xfrm>
          <a:prstGeom prst="rect">
            <a:avLst/>
          </a:prstGeom>
          <a:noFill/>
        </p:spPr>
        <p:txBody>
          <a:bodyPr wrap="none" rtlCol="0">
            <a:spAutoFit/>
          </a:bodyPr>
          <a:lstStyle/>
          <a:p>
            <a:r>
              <a:rPr lang="fr-FR" altLang="fr-FR" b="1" dirty="0">
                <a:solidFill>
                  <a:srgbClr val="00B050"/>
                </a:solidFill>
                <a:latin typeface="Arial" panose="020B0604020202020204" pitchFamily="34" charset="0"/>
              </a:rPr>
              <a:t>Search</a:t>
            </a:r>
            <a:endParaRPr lang="fr-FR" dirty="0">
              <a:solidFill>
                <a:srgbClr val="00B050"/>
              </a:solidFill>
            </a:endParaRPr>
          </a:p>
        </p:txBody>
      </p:sp>
      <p:sp>
        <p:nvSpPr>
          <p:cNvPr id="11" name="ZoneTexte 10">
            <a:extLst>
              <a:ext uri="{FF2B5EF4-FFF2-40B4-BE49-F238E27FC236}">
                <a16:creationId xmlns:a16="http://schemas.microsoft.com/office/drawing/2014/main" id="{CB6188D0-C706-BE55-0502-1274F5E4FEDD}"/>
              </a:ext>
            </a:extLst>
          </p:cNvPr>
          <p:cNvSpPr txBox="1"/>
          <p:nvPr/>
        </p:nvSpPr>
        <p:spPr>
          <a:xfrm>
            <a:off x="10031587" y="2793507"/>
            <a:ext cx="771365" cy="215444"/>
          </a:xfrm>
          <a:prstGeom prst="rect">
            <a:avLst/>
          </a:prstGeom>
          <a:noFill/>
        </p:spPr>
        <p:txBody>
          <a:bodyPr wrap="none" rtlCol="0">
            <a:spAutoFit/>
          </a:bodyPr>
          <a:lstStyle/>
          <a:p>
            <a:r>
              <a:rPr lang="fr-FR" sz="800" dirty="0"/>
              <a:t>base25000.db</a:t>
            </a:r>
          </a:p>
        </p:txBody>
      </p:sp>
    </p:spTree>
    <p:extLst>
      <p:ext uri="{BB962C8B-B14F-4D97-AF65-F5344CB8AC3E}">
        <p14:creationId xmlns:p14="http://schemas.microsoft.com/office/powerpoint/2010/main" val="6496436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C28A0-358A-4776-AB1E-76A8992ED570}"/>
            </a:ext>
          </a:extLst>
        </p:cNvPr>
        <p:cNvGrpSpPr/>
        <p:nvPr/>
      </p:nvGrpSpPr>
      <p:grpSpPr>
        <a:xfrm>
          <a:off x="0" y="0"/>
          <a:ext cx="0" cy="0"/>
          <a:chOff x="0" y="0"/>
          <a:chExt cx="0" cy="0"/>
        </a:xfrm>
      </p:grpSpPr>
      <p:sp>
        <p:nvSpPr>
          <p:cNvPr id="22" name="Rectangle 4">
            <a:extLst>
              <a:ext uri="{FF2B5EF4-FFF2-40B4-BE49-F238E27FC236}">
                <a16:creationId xmlns:a16="http://schemas.microsoft.com/office/drawing/2014/main" id="{342E7D36-E716-F0BF-3EDE-A4107BB6AC51}"/>
              </a:ext>
            </a:extLst>
          </p:cNvPr>
          <p:cNvSpPr>
            <a:spLocks noChangeArrowheads="1"/>
          </p:cNvSpPr>
          <p:nvPr/>
        </p:nvSpPr>
        <p:spPr bwMode="auto">
          <a:xfrm>
            <a:off x="0" y="-338554"/>
            <a:ext cx="65"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800" b="0" i="0" u="none" strike="noStrike" cap="none" normalizeH="0" baseline="0" dirty="0">
                <a:ln>
                  <a:noFill/>
                </a:ln>
                <a:solidFill>
                  <a:schemeClr val="tx1"/>
                </a:solidFill>
                <a:effectLst/>
                <a:latin typeface="Arial" panose="020B0604020202020204" pitchFamily="34" charset="0"/>
              </a:rPr>
            </a:b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pic>
        <p:nvPicPr>
          <p:cNvPr id="4" name="Image 3">
            <a:extLst>
              <a:ext uri="{FF2B5EF4-FFF2-40B4-BE49-F238E27FC236}">
                <a16:creationId xmlns:a16="http://schemas.microsoft.com/office/drawing/2014/main" id="{857EC430-A75D-97BA-4917-DAA044601114}"/>
              </a:ext>
            </a:extLst>
          </p:cNvPr>
          <p:cNvPicPr>
            <a:picLocks noChangeAspect="1"/>
          </p:cNvPicPr>
          <p:nvPr/>
        </p:nvPicPr>
        <p:blipFill>
          <a:blip r:embed="rId2"/>
          <a:stretch>
            <a:fillRect/>
          </a:stretch>
        </p:blipFill>
        <p:spPr>
          <a:xfrm>
            <a:off x="0" y="2900873"/>
            <a:ext cx="12192000" cy="1056254"/>
          </a:xfrm>
          <a:prstGeom prst="rect">
            <a:avLst/>
          </a:prstGeom>
        </p:spPr>
      </p:pic>
      <p:pic>
        <p:nvPicPr>
          <p:cNvPr id="6" name="Image 5">
            <a:extLst>
              <a:ext uri="{FF2B5EF4-FFF2-40B4-BE49-F238E27FC236}">
                <a16:creationId xmlns:a16="http://schemas.microsoft.com/office/drawing/2014/main" id="{65CE6464-B243-FA28-B67E-431E6EED5C08}"/>
              </a:ext>
            </a:extLst>
          </p:cNvPr>
          <p:cNvPicPr>
            <a:picLocks noChangeAspect="1"/>
          </p:cNvPicPr>
          <p:nvPr/>
        </p:nvPicPr>
        <p:blipFill>
          <a:blip r:embed="rId3"/>
          <a:stretch>
            <a:fillRect/>
          </a:stretch>
        </p:blipFill>
        <p:spPr>
          <a:xfrm>
            <a:off x="7103289" y="4907444"/>
            <a:ext cx="3801005" cy="371527"/>
          </a:xfrm>
          <a:prstGeom prst="rect">
            <a:avLst/>
          </a:prstGeom>
        </p:spPr>
      </p:pic>
      <p:pic>
        <p:nvPicPr>
          <p:cNvPr id="21" name="Image 20">
            <a:extLst>
              <a:ext uri="{FF2B5EF4-FFF2-40B4-BE49-F238E27FC236}">
                <a16:creationId xmlns:a16="http://schemas.microsoft.com/office/drawing/2014/main" id="{E750702F-FC60-D1B4-8E84-8EE35CD1547A}"/>
              </a:ext>
            </a:extLst>
          </p:cNvPr>
          <p:cNvPicPr>
            <a:picLocks noChangeAspect="1"/>
          </p:cNvPicPr>
          <p:nvPr/>
        </p:nvPicPr>
        <p:blipFill>
          <a:blip r:embed="rId4"/>
          <a:stretch>
            <a:fillRect/>
          </a:stretch>
        </p:blipFill>
        <p:spPr>
          <a:xfrm>
            <a:off x="9686779" y="4379317"/>
            <a:ext cx="2095792" cy="381053"/>
          </a:xfrm>
          <a:prstGeom prst="rect">
            <a:avLst/>
          </a:prstGeom>
        </p:spPr>
      </p:pic>
      <p:pic>
        <p:nvPicPr>
          <p:cNvPr id="24" name="Image 23" descr="Une image contenant logo, Graphique, Police, conception&#10;&#10;Le contenu généré par l’IA peut être incorrect.">
            <a:extLst>
              <a:ext uri="{FF2B5EF4-FFF2-40B4-BE49-F238E27FC236}">
                <a16:creationId xmlns:a16="http://schemas.microsoft.com/office/drawing/2014/main" id="{7BC41A21-24E2-A00A-D370-D80523B813DC}"/>
              </a:ext>
            </a:extLst>
          </p:cNvPr>
          <p:cNvPicPr>
            <a:picLocks noChangeAspect="1"/>
          </p:cNvPicPr>
          <p:nvPr/>
        </p:nvPicPr>
        <p:blipFill>
          <a:blip r:embed="rId5"/>
          <a:stretch>
            <a:fillRect/>
          </a:stretch>
        </p:blipFill>
        <p:spPr>
          <a:xfrm>
            <a:off x="11672961" y="3382235"/>
            <a:ext cx="476250" cy="427818"/>
          </a:xfrm>
          <a:prstGeom prst="rect">
            <a:avLst/>
          </a:prstGeom>
        </p:spPr>
      </p:pic>
      <p:pic>
        <p:nvPicPr>
          <p:cNvPr id="34" name="Image 33" descr="Une image contenant logo, symbole, Police, Bleu électrique&#10;&#10;Le contenu généré par l’IA peut être incorrect.">
            <a:extLst>
              <a:ext uri="{FF2B5EF4-FFF2-40B4-BE49-F238E27FC236}">
                <a16:creationId xmlns:a16="http://schemas.microsoft.com/office/drawing/2014/main" id="{67C38E2F-65F9-D99C-551B-00D9390430C9}"/>
              </a:ext>
            </a:extLst>
          </p:cNvPr>
          <p:cNvPicPr>
            <a:picLocks noChangeAspect="1"/>
          </p:cNvPicPr>
          <p:nvPr/>
        </p:nvPicPr>
        <p:blipFill>
          <a:blip r:embed="rId6"/>
          <a:stretch>
            <a:fillRect/>
          </a:stretch>
        </p:blipFill>
        <p:spPr>
          <a:xfrm>
            <a:off x="10863223" y="2942770"/>
            <a:ext cx="476250" cy="471263"/>
          </a:xfrm>
          <a:prstGeom prst="rect">
            <a:avLst/>
          </a:prstGeom>
        </p:spPr>
      </p:pic>
      <p:pic>
        <p:nvPicPr>
          <p:cNvPr id="36" name="Image 35">
            <a:extLst>
              <a:ext uri="{FF2B5EF4-FFF2-40B4-BE49-F238E27FC236}">
                <a16:creationId xmlns:a16="http://schemas.microsoft.com/office/drawing/2014/main" id="{E9EA1329-CEF4-188E-063D-31562B9EF7E4}"/>
              </a:ext>
            </a:extLst>
          </p:cNvPr>
          <p:cNvPicPr>
            <a:picLocks noChangeAspect="1"/>
          </p:cNvPicPr>
          <p:nvPr/>
        </p:nvPicPr>
        <p:blipFill>
          <a:blip r:embed="rId7"/>
          <a:stretch>
            <a:fillRect/>
          </a:stretch>
        </p:blipFill>
        <p:spPr>
          <a:xfrm>
            <a:off x="11387244" y="2977998"/>
            <a:ext cx="757345" cy="311053"/>
          </a:xfrm>
          <a:prstGeom prst="rect">
            <a:avLst/>
          </a:prstGeom>
        </p:spPr>
      </p:pic>
      <p:pic>
        <p:nvPicPr>
          <p:cNvPr id="38" name="Image 37">
            <a:extLst>
              <a:ext uri="{FF2B5EF4-FFF2-40B4-BE49-F238E27FC236}">
                <a16:creationId xmlns:a16="http://schemas.microsoft.com/office/drawing/2014/main" id="{92FEC24F-B07C-2148-8F54-6E7ADA548E72}"/>
              </a:ext>
            </a:extLst>
          </p:cNvPr>
          <p:cNvPicPr>
            <a:picLocks noChangeAspect="1"/>
          </p:cNvPicPr>
          <p:nvPr/>
        </p:nvPicPr>
        <p:blipFill>
          <a:blip r:embed="rId8"/>
          <a:stretch>
            <a:fillRect/>
          </a:stretch>
        </p:blipFill>
        <p:spPr>
          <a:xfrm>
            <a:off x="10863223" y="3387454"/>
            <a:ext cx="809738" cy="390580"/>
          </a:xfrm>
          <a:prstGeom prst="rect">
            <a:avLst/>
          </a:prstGeom>
        </p:spPr>
      </p:pic>
      <p:pic>
        <p:nvPicPr>
          <p:cNvPr id="40" name="Image 39" descr="Une image contenant texte, capture d’écran, logo, conception&#10;&#10;Le contenu généré par l’IA peut être incorrect.">
            <a:extLst>
              <a:ext uri="{FF2B5EF4-FFF2-40B4-BE49-F238E27FC236}">
                <a16:creationId xmlns:a16="http://schemas.microsoft.com/office/drawing/2014/main" id="{E027D1BB-076F-BE6B-0B4C-B877222BBA8C}"/>
              </a:ext>
            </a:extLst>
          </p:cNvPr>
          <p:cNvPicPr>
            <a:picLocks noChangeAspect="1"/>
          </p:cNvPicPr>
          <p:nvPr/>
        </p:nvPicPr>
        <p:blipFill>
          <a:blip r:embed="rId9"/>
          <a:stretch>
            <a:fillRect/>
          </a:stretch>
        </p:blipFill>
        <p:spPr>
          <a:xfrm>
            <a:off x="-85136" y="2873560"/>
            <a:ext cx="1057423" cy="609685"/>
          </a:xfrm>
          <a:prstGeom prst="rect">
            <a:avLst/>
          </a:prstGeom>
        </p:spPr>
      </p:pic>
      <p:pic>
        <p:nvPicPr>
          <p:cNvPr id="30" name="Image 29">
            <a:extLst>
              <a:ext uri="{FF2B5EF4-FFF2-40B4-BE49-F238E27FC236}">
                <a16:creationId xmlns:a16="http://schemas.microsoft.com/office/drawing/2014/main" id="{70ABAEF9-BE17-3CED-40D5-2B322C437FE3}"/>
              </a:ext>
            </a:extLst>
          </p:cNvPr>
          <p:cNvPicPr>
            <a:picLocks noChangeAspect="1"/>
          </p:cNvPicPr>
          <p:nvPr/>
        </p:nvPicPr>
        <p:blipFill>
          <a:blip r:embed="rId10"/>
          <a:stretch>
            <a:fillRect/>
          </a:stretch>
        </p:blipFill>
        <p:spPr>
          <a:xfrm>
            <a:off x="14891" y="3429000"/>
            <a:ext cx="1914792" cy="457264"/>
          </a:xfrm>
          <a:prstGeom prst="rect">
            <a:avLst/>
          </a:prstGeom>
        </p:spPr>
      </p:pic>
    </p:spTree>
    <p:extLst>
      <p:ext uri="{BB962C8B-B14F-4D97-AF65-F5344CB8AC3E}">
        <p14:creationId xmlns:p14="http://schemas.microsoft.com/office/powerpoint/2010/main" val="6427570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413D4A-6055-A349-1B9E-9FB77086DEB9}"/>
            </a:ext>
          </a:extLst>
        </p:cNvPr>
        <p:cNvGrpSpPr/>
        <p:nvPr/>
      </p:nvGrpSpPr>
      <p:grpSpPr>
        <a:xfrm>
          <a:off x="0" y="0"/>
          <a:ext cx="0" cy="0"/>
          <a:chOff x="0" y="0"/>
          <a:chExt cx="0" cy="0"/>
        </a:xfrm>
      </p:grpSpPr>
      <p:sp>
        <p:nvSpPr>
          <p:cNvPr id="19" name="ZoneTexte 18">
            <a:extLst>
              <a:ext uri="{FF2B5EF4-FFF2-40B4-BE49-F238E27FC236}">
                <a16:creationId xmlns:a16="http://schemas.microsoft.com/office/drawing/2014/main" id="{91D67B87-2A35-A218-9A7A-0F318FE13A34}"/>
              </a:ext>
            </a:extLst>
          </p:cNvPr>
          <p:cNvSpPr txBox="1"/>
          <p:nvPr/>
        </p:nvSpPr>
        <p:spPr>
          <a:xfrm>
            <a:off x="11262636" y="2329970"/>
            <a:ext cx="1019175" cy="369332"/>
          </a:xfrm>
          <a:prstGeom prst="rect">
            <a:avLst/>
          </a:prstGeom>
          <a:noFill/>
        </p:spPr>
        <p:txBody>
          <a:bodyPr wrap="square">
            <a:spAutoFit/>
          </a:bodyPr>
          <a:lstStyle/>
          <a:p>
            <a:r>
              <a:rPr lang="fr-FR" b="0" i="1" dirty="0">
                <a:solidFill>
                  <a:srgbClr val="6B7280"/>
                </a:solidFill>
                <a:effectLst/>
                <a:latin typeface="-apple-system"/>
              </a:rPr>
              <a:t>17:33:33</a:t>
            </a:r>
            <a:endParaRPr lang="fr-FR" dirty="0"/>
          </a:p>
        </p:txBody>
      </p:sp>
      <p:pic>
        <p:nvPicPr>
          <p:cNvPr id="44" name="Image 43" descr="Une image contenant texte, Appareils électroniques, capture d’écran, logiciel&#10;&#10;Le contenu généré par l’IA peut être incorrect.">
            <a:extLst>
              <a:ext uri="{FF2B5EF4-FFF2-40B4-BE49-F238E27FC236}">
                <a16:creationId xmlns:a16="http://schemas.microsoft.com/office/drawing/2014/main" id="{99A229D3-DF46-16DF-11EE-D0679797CFE5}"/>
              </a:ext>
            </a:extLst>
          </p:cNvPr>
          <p:cNvPicPr>
            <a:picLocks noChangeAspect="1"/>
          </p:cNvPicPr>
          <p:nvPr/>
        </p:nvPicPr>
        <p:blipFill>
          <a:blip r:embed="rId2"/>
          <a:stretch>
            <a:fillRect/>
          </a:stretch>
        </p:blipFill>
        <p:spPr>
          <a:xfrm>
            <a:off x="5873477" y="496353"/>
            <a:ext cx="6225240" cy="6858000"/>
          </a:xfrm>
          <a:prstGeom prst="rect">
            <a:avLst/>
          </a:prstGeom>
        </p:spPr>
      </p:pic>
      <p:sp>
        <p:nvSpPr>
          <p:cNvPr id="47" name="ZoneTexte 46">
            <a:extLst>
              <a:ext uri="{FF2B5EF4-FFF2-40B4-BE49-F238E27FC236}">
                <a16:creationId xmlns:a16="http://schemas.microsoft.com/office/drawing/2014/main" id="{89AA4BD0-C0EB-BD19-9BB6-8179BF2F226F}"/>
              </a:ext>
            </a:extLst>
          </p:cNvPr>
          <p:cNvSpPr txBox="1"/>
          <p:nvPr/>
        </p:nvSpPr>
        <p:spPr>
          <a:xfrm>
            <a:off x="8733412" y="984861"/>
            <a:ext cx="1634813" cy="369332"/>
          </a:xfrm>
          <a:prstGeom prst="rect">
            <a:avLst/>
          </a:prstGeom>
          <a:solidFill>
            <a:srgbClr val="FFFF00"/>
          </a:solidFill>
        </p:spPr>
        <p:txBody>
          <a:bodyPr wrap="square" rtlCol="0">
            <a:spAutoFit/>
          </a:bodyPr>
          <a:lstStyle/>
          <a:p>
            <a:r>
              <a:rPr lang="fr-FR" b="1" dirty="0">
                <a:solidFill>
                  <a:srgbClr val="FF0000"/>
                </a:solidFill>
              </a:rPr>
              <a:t>572/939 places</a:t>
            </a:r>
          </a:p>
        </p:txBody>
      </p:sp>
      <p:sp>
        <p:nvSpPr>
          <p:cNvPr id="48" name="ZoneTexte 47">
            <a:extLst>
              <a:ext uri="{FF2B5EF4-FFF2-40B4-BE49-F238E27FC236}">
                <a16:creationId xmlns:a16="http://schemas.microsoft.com/office/drawing/2014/main" id="{EBAE55D1-6BE1-684D-21C2-D1C4D149B183}"/>
              </a:ext>
            </a:extLst>
          </p:cNvPr>
          <p:cNvSpPr txBox="1"/>
          <p:nvPr/>
        </p:nvSpPr>
        <p:spPr>
          <a:xfrm>
            <a:off x="9683604" y="2128450"/>
            <a:ext cx="2088619" cy="369332"/>
          </a:xfrm>
          <a:prstGeom prst="rect">
            <a:avLst/>
          </a:prstGeom>
          <a:solidFill>
            <a:srgbClr val="FFFF00"/>
          </a:solidFill>
        </p:spPr>
        <p:txBody>
          <a:bodyPr wrap="square" rtlCol="0">
            <a:spAutoFit/>
          </a:bodyPr>
          <a:lstStyle/>
          <a:p>
            <a:r>
              <a:rPr lang="fr-FR" b="1" dirty="0">
                <a:solidFill>
                  <a:srgbClr val="FF0000"/>
                </a:solidFill>
              </a:rPr>
              <a:t>Ferme dans 1h23 !!!</a:t>
            </a:r>
          </a:p>
        </p:txBody>
      </p:sp>
      <p:pic>
        <p:nvPicPr>
          <p:cNvPr id="42" name="Image 41" descr="Une image contenant texte, capture d’écran, Police&#10;&#10;Le contenu généré par l’IA peut être incorrect.">
            <a:extLst>
              <a:ext uri="{FF2B5EF4-FFF2-40B4-BE49-F238E27FC236}">
                <a16:creationId xmlns:a16="http://schemas.microsoft.com/office/drawing/2014/main" id="{73B7A6C7-2216-D7FE-5351-F97AAEA77E04}"/>
              </a:ext>
            </a:extLst>
          </p:cNvPr>
          <p:cNvPicPr>
            <a:picLocks noChangeAspect="1"/>
          </p:cNvPicPr>
          <p:nvPr/>
        </p:nvPicPr>
        <p:blipFill>
          <a:blip r:embed="rId3"/>
          <a:stretch>
            <a:fillRect/>
          </a:stretch>
        </p:blipFill>
        <p:spPr>
          <a:xfrm>
            <a:off x="1025978" y="5381419"/>
            <a:ext cx="2905530" cy="1476581"/>
          </a:xfrm>
          <a:prstGeom prst="rect">
            <a:avLst/>
          </a:prstGeom>
        </p:spPr>
      </p:pic>
      <p:pic>
        <p:nvPicPr>
          <p:cNvPr id="2" name="Image 1" descr="Une image contenant texte, Appareils électroniques, capture d’écran, logiciel&#10;&#10;Le contenu généré par l’IA peut être incorrect.">
            <a:extLst>
              <a:ext uri="{FF2B5EF4-FFF2-40B4-BE49-F238E27FC236}">
                <a16:creationId xmlns:a16="http://schemas.microsoft.com/office/drawing/2014/main" id="{531A8FD5-C154-08C8-8778-EFF6174D8702}"/>
              </a:ext>
            </a:extLst>
          </p:cNvPr>
          <p:cNvPicPr>
            <a:picLocks noChangeAspect="1"/>
          </p:cNvPicPr>
          <p:nvPr/>
        </p:nvPicPr>
        <p:blipFill>
          <a:blip r:embed="rId2"/>
          <a:stretch>
            <a:fillRect/>
          </a:stretch>
        </p:blipFill>
        <p:spPr>
          <a:xfrm>
            <a:off x="132520" y="187110"/>
            <a:ext cx="4560803" cy="5024383"/>
          </a:xfrm>
          <a:prstGeom prst="rect">
            <a:avLst/>
          </a:prstGeom>
        </p:spPr>
      </p:pic>
      <p:pic>
        <p:nvPicPr>
          <p:cNvPr id="5" name="Image 4">
            <a:extLst>
              <a:ext uri="{FF2B5EF4-FFF2-40B4-BE49-F238E27FC236}">
                <a16:creationId xmlns:a16="http://schemas.microsoft.com/office/drawing/2014/main" id="{72B6BB52-0C9B-92EF-7F41-55D5BA941469}"/>
              </a:ext>
            </a:extLst>
          </p:cNvPr>
          <p:cNvPicPr>
            <a:picLocks noChangeAspect="1"/>
          </p:cNvPicPr>
          <p:nvPr/>
        </p:nvPicPr>
        <p:blipFill>
          <a:blip r:embed="rId4"/>
          <a:stretch>
            <a:fillRect/>
          </a:stretch>
        </p:blipFill>
        <p:spPr>
          <a:xfrm>
            <a:off x="5701898" y="6625664"/>
            <a:ext cx="6225240" cy="728689"/>
          </a:xfrm>
          <a:prstGeom prst="rect">
            <a:avLst/>
          </a:prstGeom>
        </p:spPr>
      </p:pic>
      <p:sp>
        <p:nvSpPr>
          <p:cNvPr id="6" name="Flèche : droite 5">
            <a:extLst>
              <a:ext uri="{FF2B5EF4-FFF2-40B4-BE49-F238E27FC236}">
                <a16:creationId xmlns:a16="http://schemas.microsoft.com/office/drawing/2014/main" id="{8354B9F1-7B02-F547-6FC9-BB837A6F6921}"/>
              </a:ext>
            </a:extLst>
          </p:cNvPr>
          <p:cNvSpPr/>
          <p:nvPr/>
        </p:nvSpPr>
        <p:spPr>
          <a:xfrm>
            <a:off x="4895069" y="3440721"/>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8" name="Image 7">
            <a:extLst>
              <a:ext uri="{FF2B5EF4-FFF2-40B4-BE49-F238E27FC236}">
                <a16:creationId xmlns:a16="http://schemas.microsoft.com/office/drawing/2014/main" id="{C1476FAA-E7F7-D7C6-E01B-04F031064272}"/>
              </a:ext>
            </a:extLst>
          </p:cNvPr>
          <p:cNvPicPr>
            <a:picLocks noChangeAspect="1"/>
          </p:cNvPicPr>
          <p:nvPr/>
        </p:nvPicPr>
        <p:blipFill>
          <a:blip r:embed="rId4"/>
          <a:stretch>
            <a:fillRect/>
          </a:stretch>
        </p:blipFill>
        <p:spPr>
          <a:xfrm>
            <a:off x="10097809" y="593209"/>
            <a:ext cx="1829329" cy="479462"/>
          </a:xfrm>
          <a:prstGeom prst="rect">
            <a:avLst/>
          </a:prstGeom>
        </p:spPr>
      </p:pic>
      <p:pic>
        <p:nvPicPr>
          <p:cNvPr id="12" name="Image 11">
            <a:extLst>
              <a:ext uri="{FF2B5EF4-FFF2-40B4-BE49-F238E27FC236}">
                <a16:creationId xmlns:a16="http://schemas.microsoft.com/office/drawing/2014/main" id="{14FB60F6-ACFA-E927-DCB7-21E96BA31B98}"/>
              </a:ext>
            </a:extLst>
          </p:cNvPr>
          <p:cNvPicPr>
            <a:picLocks noChangeAspect="1"/>
          </p:cNvPicPr>
          <p:nvPr/>
        </p:nvPicPr>
        <p:blipFill>
          <a:blip r:embed="rId5"/>
          <a:stretch>
            <a:fillRect/>
          </a:stretch>
        </p:blipFill>
        <p:spPr>
          <a:xfrm>
            <a:off x="8073971" y="1978870"/>
            <a:ext cx="1379334" cy="484632"/>
          </a:xfrm>
          <a:prstGeom prst="rect">
            <a:avLst/>
          </a:prstGeom>
        </p:spPr>
      </p:pic>
      <p:pic>
        <p:nvPicPr>
          <p:cNvPr id="46" name="Image 45">
            <a:extLst>
              <a:ext uri="{FF2B5EF4-FFF2-40B4-BE49-F238E27FC236}">
                <a16:creationId xmlns:a16="http://schemas.microsoft.com/office/drawing/2014/main" id="{6A385C8C-D185-7FE3-C6C1-728995C1D2D6}"/>
              </a:ext>
            </a:extLst>
          </p:cNvPr>
          <p:cNvPicPr>
            <a:picLocks noChangeAspect="1"/>
          </p:cNvPicPr>
          <p:nvPr/>
        </p:nvPicPr>
        <p:blipFill>
          <a:blip r:embed="rId6"/>
          <a:stretch>
            <a:fillRect/>
          </a:stretch>
        </p:blipFill>
        <p:spPr>
          <a:xfrm>
            <a:off x="10330275" y="529331"/>
            <a:ext cx="1634813" cy="743580"/>
          </a:xfrm>
          <a:prstGeom prst="rect">
            <a:avLst/>
          </a:prstGeom>
        </p:spPr>
      </p:pic>
    </p:spTree>
    <p:extLst>
      <p:ext uri="{BB962C8B-B14F-4D97-AF65-F5344CB8AC3E}">
        <p14:creationId xmlns:p14="http://schemas.microsoft.com/office/powerpoint/2010/main" val="36490007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61EFCA-D8AC-1605-119E-FDB25888CE3C}"/>
            </a:ext>
          </a:extLst>
        </p:cNvPr>
        <p:cNvGrpSpPr/>
        <p:nvPr/>
      </p:nvGrpSpPr>
      <p:grpSpPr>
        <a:xfrm>
          <a:off x="0" y="0"/>
          <a:ext cx="0" cy="0"/>
          <a:chOff x="0" y="0"/>
          <a:chExt cx="0" cy="0"/>
        </a:xfrm>
      </p:grpSpPr>
      <p:pic>
        <p:nvPicPr>
          <p:cNvPr id="4" name="Image 3" descr="Une image contenant texte, Appareils électroniques, capture d’écran, logiciel&#10;&#10;Le contenu généré par l’IA peut être incorrect.">
            <a:extLst>
              <a:ext uri="{FF2B5EF4-FFF2-40B4-BE49-F238E27FC236}">
                <a16:creationId xmlns:a16="http://schemas.microsoft.com/office/drawing/2014/main" id="{375EA369-4C9B-5AB0-237E-57A07D9BBD85}"/>
              </a:ext>
            </a:extLst>
          </p:cNvPr>
          <p:cNvPicPr>
            <a:picLocks noChangeAspect="1"/>
          </p:cNvPicPr>
          <p:nvPr/>
        </p:nvPicPr>
        <p:blipFill>
          <a:blip r:embed="rId2"/>
          <a:stretch>
            <a:fillRect/>
          </a:stretch>
        </p:blipFill>
        <p:spPr>
          <a:xfrm>
            <a:off x="1113975" y="251969"/>
            <a:ext cx="6449325" cy="6354062"/>
          </a:xfrm>
          <a:prstGeom prst="rect">
            <a:avLst/>
          </a:prstGeom>
        </p:spPr>
      </p:pic>
    </p:spTree>
    <p:extLst>
      <p:ext uri="{BB962C8B-B14F-4D97-AF65-F5344CB8AC3E}">
        <p14:creationId xmlns:p14="http://schemas.microsoft.com/office/powerpoint/2010/main" val="31261087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CCE16-0324-B5CF-5A35-9B0B01A84F49}"/>
            </a:ext>
          </a:extLst>
        </p:cNvPr>
        <p:cNvGrpSpPr/>
        <p:nvPr/>
      </p:nvGrpSpPr>
      <p:grpSpPr>
        <a:xfrm>
          <a:off x="0" y="0"/>
          <a:ext cx="0" cy="0"/>
          <a:chOff x="0" y="0"/>
          <a:chExt cx="0" cy="0"/>
        </a:xfrm>
      </p:grpSpPr>
      <p:pic>
        <p:nvPicPr>
          <p:cNvPr id="3" name="Image 2" descr="Une image contenant capture d’écran, Graphique, Police, Bleu électrique&#10;&#10;Le contenu généré par l’IA peut être incorrect.">
            <a:extLst>
              <a:ext uri="{FF2B5EF4-FFF2-40B4-BE49-F238E27FC236}">
                <a16:creationId xmlns:a16="http://schemas.microsoft.com/office/drawing/2014/main" id="{849BE0E9-2D59-3B95-424B-F222B7B65387}"/>
              </a:ext>
            </a:extLst>
          </p:cNvPr>
          <p:cNvPicPr>
            <a:picLocks noChangeAspect="1"/>
          </p:cNvPicPr>
          <p:nvPr/>
        </p:nvPicPr>
        <p:blipFill>
          <a:blip r:embed="rId2"/>
          <a:stretch>
            <a:fillRect/>
          </a:stretch>
        </p:blipFill>
        <p:spPr>
          <a:xfrm>
            <a:off x="2347744" y="1604922"/>
            <a:ext cx="2410161" cy="581106"/>
          </a:xfrm>
          <a:prstGeom prst="rect">
            <a:avLst/>
          </a:prstGeom>
        </p:spPr>
      </p:pic>
      <p:pic>
        <p:nvPicPr>
          <p:cNvPr id="6" name="Image 5" descr="Une image contenant texte, Police, Rectangle, logo&#10;&#10;Le contenu généré par l’IA peut être incorrect.">
            <a:extLst>
              <a:ext uri="{FF2B5EF4-FFF2-40B4-BE49-F238E27FC236}">
                <a16:creationId xmlns:a16="http://schemas.microsoft.com/office/drawing/2014/main" id="{2F7D25C9-5824-6E97-58F1-F16BB286ED57}"/>
              </a:ext>
            </a:extLst>
          </p:cNvPr>
          <p:cNvPicPr>
            <a:picLocks noChangeAspect="1"/>
          </p:cNvPicPr>
          <p:nvPr/>
        </p:nvPicPr>
        <p:blipFill>
          <a:blip r:embed="rId3"/>
          <a:stretch>
            <a:fillRect/>
          </a:stretch>
        </p:blipFill>
        <p:spPr>
          <a:xfrm>
            <a:off x="4757905" y="1447735"/>
            <a:ext cx="1095528" cy="933580"/>
          </a:xfrm>
          <a:prstGeom prst="rect">
            <a:avLst/>
          </a:prstGeom>
        </p:spPr>
      </p:pic>
      <p:pic>
        <p:nvPicPr>
          <p:cNvPr id="8" name="Image 7" descr="Une image contenant capture d’écran, Graphique, Bleu électrique, Caractère coloré&#10;&#10;Le contenu généré par l’IA peut être incorrect.">
            <a:extLst>
              <a:ext uri="{FF2B5EF4-FFF2-40B4-BE49-F238E27FC236}">
                <a16:creationId xmlns:a16="http://schemas.microsoft.com/office/drawing/2014/main" id="{2134FDEE-F67B-EBC5-EB2D-9F78D5973C01}"/>
              </a:ext>
            </a:extLst>
          </p:cNvPr>
          <p:cNvPicPr>
            <a:picLocks noChangeAspect="1"/>
          </p:cNvPicPr>
          <p:nvPr/>
        </p:nvPicPr>
        <p:blipFill>
          <a:blip r:embed="rId4"/>
          <a:stretch>
            <a:fillRect/>
          </a:stretch>
        </p:blipFill>
        <p:spPr>
          <a:xfrm>
            <a:off x="5853433" y="1547765"/>
            <a:ext cx="638264" cy="676369"/>
          </a:xfrm>
          <a:prstGeom prst="rect">
            <a:avLst/>
          </a:prstGeom>
        </p:spPr>
      </p:pic>
    </p:spTree>
    <p:extLst>
      <p:ext uri="{BB962C8B-B14F-4D97-AF65-F5344CB8AC3E}">
        <p14:creationId xmlns:p14="http://schemas.microsoft.com/office/powerpoint/2010/main" val="29401892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24C3B-C3E7-55BD-E2F5-CC589EC00DFB}"/>
            </a:ext>
          </a:extLst>
        </p:cNvPr>
        <p:cNvGrpSpPr/>
        <p:nvPr/>
      </p:nvGrpSpPr>
      <p:grpSpPr>
        <a:xfrm>
          <a:off x="0" y="0"/>
          <a:ext cx="0" cy="0"/>
          <a:chOff x="0" y="0"/>
          <a:chExt cx="0" cy="0"/>
        </a:xfrm>
      </p:grpSpPr>
      <p:pic>
        <p:nvPicPr>
          <p:cNvPr id="10" name="Image 9" descr="Une image contenant texte, capture d’écran, logiciel, Système d’exploitation&#10;&#10;Le contenu généré par l’IA peut être incorrect.">
            <a:extLst>
              <a:ext uri="{FF2B5EF4-FFF2-40B4-BE49-F238E27FC236}">
                <a16:creationId xmlns:a16="http://schemas.microsoft.com/office/drawing/2014/main" id="{35C92352-DBD8-7CE8-1542-76E15A8E32CA}"/>
              </a:ext>
            </a:extLst>
          </p:cNvPr>
          <p:cNvPicPr>
            <a:picLocks noChangeAspect="1"/>
          </p:cNvPicPr>
          <p:nvPr/>
        </p:nvPicPr>
        <p:blipFill>
          <a:blip r:embed="rId2"/>
          <a:stretch>
            <a:fillRect/>
          </a:stretch>
        </p:blipFill>
        <p:spPr>
          <a:xfrm>
            <a:off x="-276225" y="395376"/>
            <a:ext cx="12192000" cy="6570539"/>
          </a:xfrm>
          <a:prstGeom prst="rect">
            <a:avLst/>
          </a:prstGeom>
        </p:spPr>
      </p:pic>
      <p:sp>
        <p:nvSpPr>
          <p:cNvPr id="2" name="ZoneTexte 1">
            <a:extLst>
              <a:ext uri="{FF2B5EF4-FFF2-40B4-BE49-F238E27FC236}">
                <a16:creationId xmlns:a16="http://schemas.microsoft.com/office/drawing/2014/main" id="{E53E1292-69DF-CCD3-98A2-82C9F23EE3E8}"/>
              </a:ext>
            </a:extLst>
          </p:cNvPr>
          <p:cNvSpPr txBox="1"/>
          <p:nvPr/>
        </p:nvSpPr>
        <p:spPr>
          <a:xfrm>
            <a:off x="8039100" y="962025"/>
            <a:ext cx="776175" cy="276999"/>
          </a:xfrm>
          <a:prstGeom prst="rect">
            <a:avLst/>
          </a:prstGeom>
          <a:noFill/>
        </p:spPr>
        <p:txBody>
          <a:bodyPr wrap="none" rtlCol="0">
            <a:spAutoFit/>
          </a:bodyPr>
          <a:lstStyle/>
          <a:p>
            <a:r>
              <a:rPr lang="fr-FR" sz="1200" dirty="0">
                <a:solidFill>
                  <a:srgbClr val="1E40AF"/>
                </a:solidFill>
              </a:rPr>
              <a:t>Masquer </a:t>
            </a:r>
          </a:p>
        </p:txBody>
      </p:sp>
      <p:sp>
        <p:nvSpPr>
          <p:cNvPr id="4" name="Rectangle 3">
            <a:extLst>
              <a:ext uri="{FF2B5EF4-FFF2-40B4-BE49-F238E27FC236}">
                <a16:creationId xmlns:a16="http://schemas.microsoft.com/office/drawing/2014/main" id="{7C17F6D9-8F7C-9120-2624-FF2599051CE0}"/>
              </a:ext>
            </a:extLst>
          </p:cNvPr>
          <p:cNvSpPr/>
          <p:nvPr/>
        </p:nvSpPr>
        <p:spPr>
          <a:xfrm>
            <a:off x="7962900" y="1043374"/>
            <a:ext cx="152400" cy="11867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9418235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72DDF-0377-A995-9867-FEFDF663D129}"/>
            </a:ext>
          </a:extLst>
        </p:cNvPr>
        <p:cNvGrpSpPr/>
        <p:nvPr/>
      </p:nvGrpSpPr>
      <p:grpSpPr>
        <a:xfrm>
          <a:off x="0" y="0"/>
          <a:ext cx="0" cy="0"/>
          <a:chOff x="0" y="0"/>
          <a:chExt cx="0" cy="0"/>
        </a:xfrm>
      </p:grpSpPr>
      <p:pic>
        <p:nvPicPr>
          <p:cNvPr id="12" name="Image 11" descr="Une image contenant texte, capture d’écran, carte&#10;&#10;Le contenu généré par l’IA peut être incorrect.">
            <a:extLst>
              <a:ext uri="{FF2B5EF4-FFF2-40B4-BE49-F238E27FC236}">
                <a16:creationId xmlns:a16="http://schemas.microsoft.com/office/drawing/2014/main" id="{5DD9C828-ED0E-D32E-6004-4629D005CBF2}"/>
              </a:ext>
            </a:extLst>
          </p:cNvPr>
          <p:cNvPicPr>
            <a:picLocks noChangeAspect="1"/>
          </p:cNvPicPr>
          <p:nvPr/>
        </p:nvPicPr>
        <p:blipFill>
          <a:blip r:embed="rId2"/>
          <a:stretch>
            <a:fillRect/>
          </a:stretch>
        </p:blipFill>
        <p:spPr>
          <a:xfrm>
            <a:off x="2871337" y="1780945"/>
            <a:ext cx="6449325" cy="3296110"/>
          </a:xfrm>
          <a:prstGeom prst="rect">
            <a:avLst/>
          </a:prstGeom>
        </p:spPr>
      </p:pic>
      <p:pic>
        <p:nvPicPr>
          <p:cNvPr id="7" name="Image 6">
            <a:extLst>
              <a:ext uri="{FF2B5EF4-FFF2-40B4-BE49-F238E27FC236}">
                <a16:creationId xmlns:a16="http://schemas.microsoft.com/office/drawing/2014/main" id="{7DEB1585-9756-66F6-D816-8DF4EC92E617}"/>
              </a:ext>
            </a:extLst>
          </p:cNvPr>
          <p:cNvPicPr>
            <a:picLocks noChangeAspect="1"/>
          </p:cNvPicPr>
          <p:nvPr/>
        </p:nvPicPr>
        <p:blipFill>
          <a:blip r:embed="rId3"/>
          <a:stretch>
            <a:fillRect/>
          </a:stretch>
        </p:blipFill>
        <p:spPr>
          <a:xfrm>
            <a:off x="2176292" y="5690063"/>
            <a:ext cx="1219370" cy="371527"/>
          </a:xfrm>
          <a:prstGeom prst="rect">
            <a:avLst/>
          </a:prstGeom>
        </p:spPr>
      </p:pic>
      <p:sp>
        <p:nvSpPr>
          <p:cNvPr id="13" name="ZoneTexte 12">
            <a:extLst>
              <a:ext uri="{FF2B5EF4-FFF2-40B4-BE49-F238E27FC236}">
                <a16:creationId xmlns:a16="http://schemas.microsoft.com/office/drawing/2014/main" id="{0E5BBB7F-FC28-18C3-1FF4-CE4CA9AC0006}"/>
              </a:ext>
            </a:extLst>
          </p:cNvPr>
          <p:cNvSpPr txBox="1"/>
          <p:nvPr/>
        </p:nvSpPr>
        <p:spPr>
          <a:xfrm>
            <a:off x="3048000" y="3244334"/>
            <a:ext cx="695325" cy="369332"/>
          </a:xfrm>
          <a:prstGeom prst="rect">
            <a:avLst/>
          </a:prstGeom>
          <a:noFill/>
        </p:spPr>
        <p:txBody>
          <a:bodyPr wrap="square">
            <a:spAutoFit/>
          </a:bodyPr>
          <a:lstStyle/>
          <a:p>
            <a:r>
              <a:rPr lang="fr-FR" b="0" i="0" dirty="0">
                <a:solidFill>
                  <a:srgbClr val="22C55E"/>
                </a:solidFill>
                <a:effectLst/>
                <a:latin typeface="-apple-system"/>
              </a:rPr>
              <a:t>➔</a:t>
            </a:r>
            <a:endParaRPr lang="fr-FR" dirty="0"/>
          </a:p>
        </p:txBody>
      </p:sp>
      <p:pic>
        <p:nvPicPr>
          <p:cNvPr id="14" name="Image 13">
            <a:extLst>
              <a:ext uri="{FF2B5EF4-FFF2-40B4-BE49-F238E27FC236}">
                <a16:creationId xmlns:a16="http://schemas.microsoft.com/office/drawing/2014/main" id="{73BCD7B4-C942-9F38-1AE0-D1BC7336DD16}"/>
              </a:ext>
            </a:extLst>
          </p:cNvPr>
          <p:cNvPicPr>
            <a:picLocks noChangeAspect="1"/>
          </p:cNvPicPr>
          <p:nvPr/>
        </p:nvPicPr>
        <p:blipFill>
          <a:blip r:embed="rId3"/>
          <a:stretch>
            <a:fillRect/>
          </a:stretch>
        </p:blipFill>
        <p:spPr>
          <a:xfrm>
            <a:off x="6638840" y="5519711"/>
            <a:ext cx="1219370" cy="371527"/>
          </a:xfrm>
          <a:prstGeom prst="rect">
            <a:avLst/>
          </a:prstGeom>
        </p:spPr>
      </p:pic>
      <p:sp>
        <p:nvSpPr>
          <p:cNvPr id="16" name="ZoneTexte 15">
            <a:extLst>
              <a:ext uri="{FF2B5EF4-FFF2-40B4-BE49-F238E27FC236}">
                <a16:creationId xmlns:a16="http://schemas.microsoft.com/office/drawing/2014/main" id="{72C9B7E6-447D-8D3F-F540-EC4D28A252A6}"/>
              </a:ext>
            </a:extLst>
          </p:cNvPr>
          <p:cNvSpPr txBox="1"/>
          <p:nvPr/>
        </p:nvSpPr>
        <p:spPr>
          <a:xfrm>
            <a:off x="7324725" y="5521906"/>
            <a:ext cx="371475" cy="369332"/>
          </a:xfrm>
          <a:prstGeom prst="rect">
            <a:avLst/>
          </a:prstGeom>
          <a:noFill/>
        </p:spPr>
        <p:txBody>
          <a:bodyPr wrap="square">
            <a:spAutoFit/>
          </a:bodyPr>
          <a:lstStyle/>
          <a:p>
            <a:r>
              <a:rPr lang="fr-FR" b="0" i="0" dirty="0">
                <a:solidFill>
                  <a:srgbClr val="22C55E"/>
                </a:solidFill>
                <a:effectLst/>
                <a:latin typeface="-apple-system"/>
              </a:rPr>
              <a:t>➔</a:t>
            </a:r>
            <a:endParaRPr lang="fr-FR" dirty="0"/>
          </a:p>
        </p:txBody>
      </p:sp>
      <p:sp>
        <p:nvSpPr>
          <p:cNvPr id="18" name="ZoneTexte 17">
            <a:extLst>
              <a:ext uri="{FF2B5EF4-FFF2-40B4-BE49-F238E27FC236}">
                <a16:creationId xmlns:a16="http://schemas.microsoft.com/office/drawing/2014/main" id="{F0B32C11-40BD-C1D9-CCC2-2080393694D3}"/>
              </a:ext>
            </a:extLst>
          </p:cNvPr>
          <p:cNvSpPr txBox="1"/>
          <p:nvPr/>
        </p:nvSpPr>
        <p:spPr>
          <a:xfrm rot="1529786">
            <a:off x="4869613" y="5565278"/>
            <a:ext cx="295275" cy="369332"/>
          </a:xfrm>
          <a:prstGeom prst="rect">
            <a:avLst/>
          </a:prstGeom>
          <a:noFill/>
        </p:spPr>
        <p:txBody>
          <a:bodyPr wrap="square">
            <a:spAutoFit/>
          </a:bodyPr>
          <a:lstStyle/>
          <a:p>
            <a:r>
              <a:rPr lang="fr-FR" b="0" i="0" dirty="0">
                <a:solidFill>
                  <a:srgbClr val="EF4444"/>
                </a:solidFill>
                <a:effectLst/>
                <a:latin typeface="-apple-system"/>
              </a:rPr>
              <a:t>➔</a:t>
            </a:r>
            <a:endParaRPr lang="fr-FR" dirty="0"/>
          </a:p>
        </p:txBody>
      </p:sp>
      <p:pic>
        <p:nvPicPr>
          <p:cNvPr id="20" name="Image 19">
            <a:extLst>
              <a:ext uri="{FF2B5EF4-FFF2-40B4-BE49-F238E27FC236}">
                <a16:creationId xmlns:a16="http://schemas.microsoft.com/office/drawing/2014/main" id="{87A209CE-2E52-E0CC-45DB-282DB956BE16}"/>
              </a:ext>
            </a:extLst>
          </p:cNvPr>
          <p:cNvPicPr>
            <a:picLocks noChangeAspect="1"/>
          </p:cNvPicPr>
          <p:nvPr/>
        </p:nvPicPr>
        <p:blipFill>
          <a:blip r:embed="rId4"/>
          <a:stretch>
            <a:fillRect/>
          </a:stretch>
        </p:blipFill>
        <p:spPr>
          <a:xfrm>
            <a:off x="9948812" y="5548292"/>
            <a:ext cx="714475" cy="276264"/>
          </a:xfrm>
          <a:prstGeom prst="rect">
            <a:avLst/>
          </a:prstGeom>
        </p:spPr>
      </p:pic>
      <p:pic>
        <p:nvPicPr>
          <p:cNvPr id="22" name="Image 21">
            <a:extLst>
              <a:ext uri="{FF2B5EF4-FFF2-40B4-BE49-F238E27FC236}">
                <a16:creationId xmlns:a16="http://schemas.microsoft.com/office/drawing/2014/main" id="{7A4C0DE4-43DE-6FF4-7223-0FE1890626CB}"/>
              </a:ext>
            </a:extLst>
          </p:cNvPr>
          <p:cNvPicPr>
            <a:picLocks noChangeAspect="1"/>
          </p:cNvPicPr>
          <p:nvPr/>
        </p:nvPicPr>
        <p:blipFill>
          <a:blip r:embed="rId4"/>
          <a:stretch>
            <a:fillRect/>
          </a:stretch>
        </p:blipFill>
        <p:spPr>
          <a:xfrm>
            <a:off x="5057776" y="3382466"/>
            <a:ext cx="925338" cy="352954"/>
          </a:xfrm>
          <a:prstGeom prst="rect">
            <a:avLst/>
          </a:prstGeom>
        </p:spPr>
      </p:pic>
      <p:pic>
        <p:nvPicPr>
          <p:cNvPr id="23" name="Image 22">
            <a:extLst>
              <a:ext uri="{FF2B5EF4-FFF2-40B4-BE49-F238E27FC236}">
                <a16:creationId xmlns:a16="http://schemas.microsoft.com/office/drawing/2014/main" id="{7A7C958C-80EA-0F23-1DB5-2CC075AD324E}"/>
              </a:ext>
            </a:extLst>
          </p:cNvPr>
          <p:cNvPicPr>
            <a:picLocks noChangeAspect="1"/>
          </p:cNvPicPr>
          <p:nvPr/>
        </p:nvPicPr>
        <p:blipFill>
          <a:blip r:embed="rId4"/>
          <a:stretch>
            <a:fillRect/>
          </a:stretch>
        </p:blipFill>
        <p:spPr>
          <a:xfrm>
            <a:off x="8371804" y="3382465"/>
            <a:ext cx="828774" cy="352955"/>
          </a:xfrm>
          <a:prstGeom prst="rect">
            <a:avLst/>
          </a:prstGeom>
        </p:spPr>
      </p:pic>
      <p:sp>
        <p:nvSpPr>
          <p:cNvPr id="24" name="ZoneTexte 23">
            <a:extLst>
              <a:ext uri="{FF2B5EF4-FFF2-40B4-BE49-F238E27FC236}">
                <a16:creationId xmlns:a16="http://schemas.microsoft.com/office/drawing/2014/main" id="{ED5F78F1-70E7-B8AA-486A-1DF92899DDB1}"/>
              </a:ext>
            </a:extLst>
          </p:cNvPr>
          <p:cNvSpPr txBox="1"/>
          <p:nvPr/>
        </p:nvSpPr>
        <p:spPr>
          <a:xfrm rot="1529786">
            <a:off x="5690987" y="3320521"/>
            <a:ext cx="295275" cy="369332"/>
          </a:xfrm>
          <a:prstGeom prst="rect">
            <a:avLst/>
          </a:prstGeom>
          <a:noFill/>
        </p:spPr>
        <p:txBody>
          <a:bodyPr wrap="square">
            <a:spAutoFit/>
          </a:bodyPr>
          <a:lstStyle/>
          <a:p>
            <a:r>
              <a:rPr lang="fr-FR" b="0" i="0" dirty="0">
                <a:solidFill>
                  <a:srgbClr val="EF4444"/>
                </a:solidFill>
                <a:effectLst/>
                <a:latin typeface="-apple-system"/>
              </a:rPr>
              <a:t>➔</a:t>
            </a:r>
            <a:endParaRPr lang="fr-FR" dirty="0"/>
          </a:p>
        </p:txBody>
      </p:sp>
      <p:sp>
        <p:nvSpPr>
          <p:cNvPr id="25" name="ZoneTexte 24">
            <a:extLst>
              <a:ext uri="{FF2B5EF4-FFF2-40B4-BE49-F238E27FC236}">
                <a16:creationId xmlns:a16="http://schemas.microsoft.com/office/drawing/2014/main" id="{AD9E70F2-9D21-81D8-F2E6-9DD268F105A8}"/>
              </a:ext>
            </a:extLst>
          </p:cNvPr>
          <p:cNvSpPr txBox="1"/>
          <p:nvPr/>
        </p:nvSpPr>
        <p:spPr>
          <a:xfrm>
            <a:off x="8867689" y="3382466"/>
            <a:ext cx="371475" cy="369332"/>
          </a:xfrm>
          <a:prstGeom prst="rect">
            <a:avLst/>
          </a:prstGeom>
          <a:noFill/>
        </p:spPr>
        <p:txBody>
          <a:bodyPr wrap="square">
            <a:spAutoFit/>
          </a:bodyPr>
          <a:lstStyle/>
          <a:p>
            <a:r>
              <a:rPr lang="fr-FR" b="0" i="0" dirty="0">
                <a:solidFill>
                  <a:srgbClr val="22C55E"/>
                </a:solidFill>
                <a:effectLst/>
                <a:latin typeface="-apple-system"/>
              </a:rPr>
              <a:t>➔</a:t>
            </a:r>
            <a:endParaRPr lang="fr-FR" dirty="0"/>
          </a:p>
        </p:txBody>
      </p:sp>
    </p:spTree>
    <p:extLst>
      <p:ext uri="{BB962C8B-B14F-4D97-AF65-F5344CB8AC3E}">
        <p14:creationId xmlns:p14="http://schemas.microsoft.com/office/powerpoint/2010/main" val="6374231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5D4FA-74E9-CC7B-D53B-2C0BB6F27602}"/>
            </a:ext>
          </a:extLst>
        </p:cNvPr>
        <p:cNvGrpSpPr/>
        <p:nvPr/>
      </p:nvGrpSpPr>
      <p:grpSpPr>
        <a:xfrm>
          <a:off x="0" y="0"/>
          <a:ext cx="0" cy="0"/>
          <a:chOff x="0" y="0"/>
          <a:chExt cx="0" cy="0"/>
        </a:xfrm>
      </p:grpSpPr>
      <p:pic>
        <p:nvPicPr>
          <p:cNvPr id="3" name="Image 2" descr="Une image contenant texte, logiciel, Logiciel multimédia, Page web&#10;&#10;Le contenu généré par l’IA peut être incorrect.">
            <a:extLst>
              <a:ext uri="{FF2B5EF4-FFF2-40B4-BE49-F238E27FC236}">
                <a16:creationId xmlns:a16="http://schemas.microsoft.com/office/drawing/2014/main" id="{82A60502-2A0C-154B-B6C2-21A8630A10B4}"/>
              </a:ext>
            </a:extLst>
          </p:cNvPr>
          <p:cNvPicPr>
            <a:picLocks noChangeAspect="1"/>
          </p:cNvPicPr>
          <p:nvPr/>
        </p:nvPicPr>
        <p:blipFill>
          <a:blip r:embed="rId2"/>
          <a:stretch>
            <a:fillRect/>
          </a:stretch>
        </p:blipFill>
        <p:spPr>
          <a:xfrm>
            <a:off x="549871" y="104225"/>
            <a:ext cx="6993492" cy="2486575"/>
          </a:xfrm>
          <a:prstGeom prst="rect">
            <a:avLst/>
          </a:prstGeom>
        </p:spPr>
      </p:pic>
      <p:pic>
        <p:nvPicPr>
          <p:cNvPr id="5" name="Image 4" descr="Une image contenant texte, Police, capture d’écran, Bleu électrique&#10;&#10;Le contenu généré par l’IA peut être incorrect.">
            <a:extLst>
              <a:ext uri="{FF2B5EF4-FFF2-40B4-BE49-F238E27FC236}">
                <a16:creationId xmlns:a16="http://schemas.microsoft.com/office/drawing/2014/main" id="{6AE9ECC7-D22E-CE30-3055-661BF1AB8BD2}"/>
              </a:ext>
            </a:extLst>
          </p:cNvPr>
          <p:cNvPicPr>
            <a:picLocks noChangeAspect="1"/>
          </p:cNvPicPr>
          <p:nvPr/>
        </p:nvPicPr>
        <p:blipFill>
          <a:blip r:embed="rId3"/>
          <a:stretch>
            <a:fillRect/>
          </a:stretch>
        </p:blipFill>
        <p:spPr>
          <a:xfrm>
            <a:off x="1669616" y="5283623"/>
            <a:ext cx="2686425" cy="495369"/>
          </a:xfrm>
          <a:prstGeom prst="rect">
            <a:avLst/>
          </a:prstGeom>
        </p:spPr>
      </p:pic>
      <p:pic>
        <p:nvPicPr>
          <p:cNvPr id="8" name="Image 7" descr="Une image contenant texte, Police, capture d’écran, Bleu électrique&#10;&#10;Le contenu généré par l’IA peut être incorrect.">
            <a:extLst>
              <a:ext uri="{FF2B5EF4-FFF2-40B4-BE49-F238E27FC236}">
                <a16:creationId xmlns:a16="http://schemas.microsoft.com/office/drawing/2014/main" id="{F620298A-C24A-574B-17F5-26700682CED9}"/>
              </a:ext>
            </a:extLst>
          </p:cNvPr>
          <p:cNvPicPr>
            <a:picLocks noChangeAspect="1"/>
          </p:cNvPicPr>
          <p:nvPr/>
        </p:nvPicPr>
        <p:blipFill>
          <a:blip r:embed="rId4"/>
          <a:stretch>
            <a:fillRect/>
          </a:stretch>
        </p:blipFill>
        <p:spPr>
          <a:xfrm>
            <a:off x="1172305" y="5461552"/>
            <a:ext cx="3528649" cy="1060109"/>
          </a:xfrm>
          <a:prstGeom prst="rect">
            <a:avLst/>
          </a:prstGeom>
        </p:spPr>
      </p:pic>
      <p:pic>
        <p:nvPicPr>
          <p:cNvPr id="12" name="Image 11" descr="Une image contenant Police, logo, blanc, Graphique&#10;&#10;Le contenu généré par l’IA peut être incorrect.">
            <a:extLst>
              <a:ext uri="{FF2B5EF4-FFF2-40B4-BE49-F238E27FC236}">
                <a16:creationId xmlns:a16="http://schemas.microsoft.com/office/drawing/2014/main" id="{88F285D1-7460-7067-5B9C-7F86457BAF8C}"/>
              </a:ext>
            </a:extLst>
          </p:cNvPr>
          <p:cNvPicPr>
            <a:picLocks noChangeAspect="1"/>
          </p:cNvPicPr>
          <p:nvPr/>
        </p:nvPicPr>
        <p:blipFill>
          <a:blip r:embed="rId5"/>
          <a:stretch>
            <a:fillRect/>
          </a:stretch>
        </p:blipFill>
        <p:spPr>
          <a:xfrm>
            <a:off x="-140516" y="5461552"/>
            <a:ext cx="1179920" cy="1060109"/>
          </a:xfrm>
          <a:prstGeom prst="rect">
            <a:avLst/>
          </a:prstGeom>
        </p:spPr>
      </p:pic>
      <p:pic>
        <p:nvPicPr>
          <p:cNvPr id="15" name="Image 14" descr="Une image contenant texte, logiciel, Logiciel multimédia, Page web&#10;&#10;Le contenu généré par l’IA peut être incorrect.">
            <a:extLst>
              <a:ext uri="{FF2B5EF4-FFF2-40B4-BE49-F238E27FC236}">
                <a16:creationId xmlns:a16="http://schemas.microsoft.com/office/drawing/2014/main" id="{A2940FAC-51B5-CE53-4A99-0754070B99AF}"/>
              </a:ext>
            </a:extLst>
          </p:cNvPr>
          <p:cNvPicPr>
            <a:picLocks noChangeAspect="1"/>
          </p:cNvPicPr>
          <p:nvPr/>
        </p:nvPicPr>
        <p:blipFill>
          <a:blip r:embed="rId2"/>
          <a:stretch>
            <a:fillRect/>
          </a:stretch>
        </p:blipFill>
        <p:spPr>
          <a:xfrm>
            <a:off x="549871" y="2768729"/>
            <a:ext cx="6993492" cy="2486575"/>
          </a:xfrm>
          <a:prstGeom prst="rect">
            <a:avLst/>
          </a:prstGeom>
        </p:spPr>
      </p:pic>
      <p:pic>
        <p:nvPicPr>
          <p:cNvPr id="17" name="Image 16" descr="Une image contenant texte, capture d’écran, Police, Bleu électrique&#10;&#10;Le contenu généré par l’IA peut être incorrect.">
            <a:extLst>
              <a:ext uri="{FF2B5EF4-FFF2-40B4-BE49-F238E27FC236}">
                <a16:creationId xmlns:a16="http://schemas.microsoft.com/office/drawing/2014/main" id="{61D62BC2-5CA0-8E84-FD3B-5FC80901B7C9}"/>
              </a:ext>
            </a:extLst>
          </p:cNvPr>
          <p:cNvPicPr>
            <a:picLocks noChangeAspect="1"/>
          </p:cNvPicPr>
          <p:nvPr/>
        </p:nvPicPr>
        <p:blipFill>
          <a:blip r:embed="rId6"/>
          <a:stretch>
            <a:fillRect/>
          </a:stretch>
        </p:blipFill>
        <p:spPr>
          <a:xfrm>
            <a:off x="1973963" y="3456252"/>
            <a:ext cx="3953427" cy="952633"/>
          </a:xfrm>
          <a:prstGeom prst="rect">
            <a:avLst/>
          </a:prstGeom>
        </p:spPr>
      </p:pic>
      <p:pic>
        <p:nvPicPr>
          <p:cNvPr id="19" name="Image 18" descr="Une image contenant texte, Police, capture d’écran, Bleu électrique&#10;&#10;Le contenu généré par l’IA peut être incorrect.">
            <a:extLst>
              <a:ext uri="{FF2B5EF4-FFF2-40B4-BE49-F238E27FC236}">
                <a16:creationId xmlns:a16="http://schemas.microsoft.com/office/drawing/2014/main" id="{924C699E-E331-15B6-5EAB-881571626D86}"/>
              </a:ext>
            </a:extLst>
          </p:cNvPr>
          <p:cNvPicPr>
            <a:picLocks noChangeAspect="1"/>
          </p:cNvPicPr>
          <p:nvPr/>
        </p:nvPicPr>
        <p:blipFill>
          <a:blip r:embed="rId7"/>
          <a:stretch>
            <a:fillRect/>
          </a:stretch>
        </p:blipFill>
        <p:spPr>
          <a:xfrm>
            <a:off x="1039404" y="5364102"/>
            <a:ext cx="7638048" cy="1261703"/>
          </a:xfrm>
          <a:prstGeom prst="rect">
            <a:avLst/>
          </a:prstGeom>
        </p:spPr>
      </p:pic>
    </p:spTree>
    <p:extLst>
      <p:ext uri="{BB962C8B-B14F-4D97-AF65-F5344CB8AC3E}">
        <p14:creationId xmlns:p14="http://schemas.microsoft.com/office/powerpoint/2010/main" val="14847092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B596D-757C-EDEF-A2B6-C06316B6AB64}"/>
            </a:ext>
          </a:extLst>
        </p:cNvPr>
        <p:cNvGrpSpPr/>
        <p:nvPr/>
      </p:nvGrpSpPr>
      <p:grpSpPr>
        <a:xfrm>
          <a:off x="0" y="0"/>
          <a:ext cx="0" cy="0"/>
          <a:chOff x="0" y="0"/>
          <a:chExt cx="0" cy="0"/>
        </a:xfrm>
      </p:grpSpPr>
      <p:pic>
        <p:nvPicPr>
          <p:cNvPr id="3" name="Image 2" descr="Une image contenant texte, logiciel, Logiciel multimédia, Page web&#10;&#10;Le contenu généré par l’IA peut être incorrect.">
            <a:extLst>
              <a:ext uri="{FF2B5EF4-FFF2-40B4-BE49-F238E27FC236}">
                <a16:creationId xmlns:a16="http://schemas.microsoft.com/office/drawing/2014/main" id="{997A63DC-61EC-2664-FC63-CC5EB0B121A0}"/>
              </a:ext>
            </a:extLst>
          </p:cNvPr>
          <p:cNvPicPr>
            <a:picLocks noChangeAspect="1"/>
          </p:cNvPicPr>
          <p:nvPr/>
        </p:nvPicPr>
        <p:blipFill>
          <a:blip r:embed="rId2"/>
          <a:stretch>
            <a:fillRect/>
          </a:stretch>
        </p:blipFill>
        <p:spPr>
          <a:xfrm>
            <a:off x="549871" y="104225"/>
            <a:ext cx="6993492" cy="2486575"/>
          </a:xfrm>
          <a:prstGeom prst="rect">
            <a:avLst/>
          </a:prstGeom>
        </p:spPr>
      </p:pic>
      <p:pic>
        <p:nvPicPr>
          <p:cNvPr id="5" name="Image 4" descr="Une image contenant texte, Police, capture d’écran, Bleu électrique&#10;&#10;Le contenu généré par l’IA peut être incorrect.">
            <a:extLst>
              <a:ext uri="{FF2B5EF4-FFF2-40B4-BE49-F238E27FC236}">
                <a16:creationId xmlns:a16="http://schemas.microsoft.com/office/drawing/2014/main" id="{2BCC3792-F006-EC53-324B-89609E7EB5AA}"/>
              </a:ext>
            </a:extLst>
          </p:cNvPr>
          <p:cNvPicPr>
            <a:picLocks noChangeAspect="1"/>
          </p:cNvPicPr>
          <p:nvPr/>
        </p:nvPicPr>
        <p:blipFill>
          <a:blip r:embed="rId3"/>
          <a:stretch>
            <a:fillRect/>
          </a:stretch>
        </p:blipFill>
        <p:spPr>
          <a:xfrm>
            <a:off x="1669616" y="5283623"/>
            <a:ext cx="2686425" cy="495369"/>
          </a:xfrm>
          <a:prstGeom prst="rect">
            <a:avLst/>
          </a:prstGeom>
        </p:spPr>
      </p:pic>
      <p:pic>
        <p:nvPicPr>
          <p:cNvPr id="10" name="Image 9">
            <a:extLst>
              <a:ext uri="{FF2B5EF4-FFF2-40B4-BE49-F238E27FC236}">
                <a16:creationId xmlns:a16="http://schemas.microsoft.com/office/drawing/2014/main" id="{0A3A0AF1-64F6-0F02-554B-23F7124EF8FA}"/>
              </a:ext>
            </a:extLst>
          </p:cNvPr>
          <p:cNvPicPr>
            <a:picLocks noChangeAspect="1"/>
          </p:cNvPicPr>
          <p:nvPr/>
        </p:nvPicPr>
        <p:blipFill>
          <a:blip r:embed="rId4"/>
          <a:stretch>
            <a:fillRect/>
          </a:stretch>
        </p:blipFill>
        <p:spPr>
          <a:xfrm>
            <a:off x="-246185" y="5283623"/>
            <a:ext cx="12192000" cy="1313863"/>
          </a:xfrm>
          <a:prstGeom prst="rect">
            <a:avLst/>
          </a:prstGeom>
        </p:spPr>
      </p:pic>
      <p:pic>
        <p:nvPicPr>
          <p:cNvPr id="8" name="Image 7" descr="Une image contenant texte, Police, capture d’écran, Bleu électrique&#10;&#10;Le contenu généré par l’IA peut être incorrect.">
            <a:extLst>
              <a:ext uri="{FF2B5EF4-FFF2-40B4-BE49-F238E27FC236}">
                <a16:creationId xmlns:a16="http://schemas.microsoft.com/office/drawing/2014/main" id="{D3B17CB7-341D-1D90-C4B1-231C5128ED00}"/>
              </a:ext>
            </a:extLst>
          </p:cNvPr>
          <p:cNvPicPr>
            <a:picLocks noChangeAspect="1"/>
          </p:cNvPicPr>
          <p:nvPr/>
        </p:nvPicPr>
        <p:blipFill>
          <a:blip r:embed="rId5"/>
          <a:stretch>
            <a:fillRect/>
          </a:stretch>
        </p:blipFill>
        <p:spPr>
          <a:xfrm>
            <a:off x="1172305" y="5461552"/>
            <a:ext cx="3528649" cy="1060109"/>
          </a:xfrm>
          <a:prstGeom prst="rect">
            <a:avLst/>
          </a:prstGeom>
        </p:spPr>
      </p:pic>
      <p:pic>
        <p:nvPicPr>
          <p:cNvPr id="12" name="Image 11" descr="Une image contenant Police, logo, blanc, Graphique&#10;&#10;Le contenu généré par l’IA peut être incorrect.">
            <a:extLst>
              <a:ext uri="{FF2B5EF4-FFF2-40B4-BE49-F238E27FC236}">
                <a16:creationId xmlns:a16="http://schemas.microsoft.com/office/drawing/2014/main" id="{D581E4D7-49F0-5E5F-38EB-190D488E435B}"/>
              </a:ext>
            </a:extLst>
          </p:cNvPr>
          <p:cNvPicPr>
            <a:picLocks noChangeAspect="1"/>
          </p:cNvPicPr>
          <p:nvPr/>
        </p:nvPicPr>
        <p:blipFill>
          <a:blip r:embed="rId6"/>
          <a:stretch>
            <a:fillRect/>
          </a:stretch>
        </p:blipFill>
        <p:spPr>
          <a:xfrm>
            <a:off x="-140516" y="5461552"/>
            <a:ext cx="1179920" cy="1060109"/>
          </a:xfrm>
          <a:prstGeom prst="rect">
            <a:avLst/>
          </a:prstGeom>
        </p:spPr>
      </p:pic>
      <p:pic>
        <p:nvPicPr>
          <p:cNvPr id="15" name="Image 14" descr="Une image contenant texte, logiciel, Logiciel multimédia, Page web&#10;&#10;Le contenu généré par l’IA peut être incorrect.">
            <a:extLst>
              <a:ext uri="{FF2B5EF4-FFF2-40B4-BE49-F238E27FC236}">
                <a16:creationId xmlns:a16="http://schemas.microsoft.com/office/drawing/2014/main" id="{21020E69-47B1-86B3-777B-C52636338E6A}"/>
              </a:ext>
            </a:extLst>
          </p:cNvPr>
          <p:cNvPicPr>
            <a:picLocks noChangeAspect="1"/>
          </p:cNvPicPr>
          <p:nvPr/>
        </p:nvPicPr>
        <p:blipFill>
          <a:blip r:embed="rId2"/>
          <a:stretch>
            <a:fillRect/>
          </a:stretch>
        </p:blipFill>
        <p:spPr>
          <a:xfrm>
            <a:off x="549871" y="2768729"/>
            <a:ext cx="6993492" cy="2486575"/>
          </a:xfrm>
          <a:prstGeom prst="rect">
            <a:avLst/>
          </a:prstGeom>
        </p:spPr>
      </p:pic>
      <p:pic>
        <p:nvPicPr>
          <p:cNvPr id="17" name="Image 16" descr="Une image contenant texte, capture d’écran, Police, Bleu électrique&#10;&#10;Le contenu généré par l’IA peut être incorrect.">
            <a:extLst>
              <a:ext uri="{FF2B5EF4-FFF2-40B4-BE49-F238E27FC236}">
                <a16:creationId xmlns:a16="http://schemas.microsoft.com/office/drawing/2014/main" id="{64FD6D86-61B7-88AE-5C50-7A437AA7A673}"/>
              </a:ext>
            </a:extLst>
          </p:cNvPr>
          <p:cNvPicPr>
            <a:picLocks noChangeAspect="1"/>
          </p:cNvPicPr>
          <p:nvPr/>
        </p:nvPicPr>
        <p:blipFill>
          <a:blip r:embed="rId7"/>
          <a:stretch>
            <a:fillRect/>
          </a:stretch>
        </p:blipFill>
        <p:spPr>
          <a:xfrm>
            <a:off x="1973963" y="3456252"/>
            <a:ext cx="3953427" cy="952633"/>
          </a:xfrm>
          <a:prstGeom prst="rect">
            <a:avLst/>
          </a:prstGeom>
        </p:spPr>
      </p:pic>
      <p:pic>
        <p:nvPicPr>
          <p:cNvPr id="19" name="Image 18" descr="Une image contenant texte, Police, capture d’écran, Bleu électrique&#10;&#10;Le contenu généré par l’IA peut être incorrect.">
            <a:extLst>
              <a:ext uri="{FF2B5EF4-FFF2-40B4-BE49-F238E27FC236}">
                <a16:creationId xmlns:a16="http://schemas.microsoft.com/office/drawing/2014/main" id="{730F5ED8-ECB5-3FC5-0A5C-965CDC37FDCE}"/>
              </a:ext>
            </a:extLst>
          </p:cNvPr>
          <p:cNvPicPr>
            <a:picLocks noChangeAspect="1"/>
          </p:cNvPicPr>
          <p:nvPr/>
        </p:nvPicPr>
        <p:blipFill>
          <a:blip r:embed="rId8"/>
          <a:stretch>
            <a:fillRect/>
          </a:stretch>
        </p:blipFill>
        <p:spPr>
          <a:xfrm>
            <a:off x="1039404" y="5364102"/>
            <a:ext cx="7638048" cy="1261703"/>
          </a:xfrm>
          <a:prstGeom prst="rect">
            <a:avLst/>
          </a:prstGeom>
        </p:spPr>
      </p:pic>
    </p:spTree>
    <p:extLst>
      <p:ext uri="{BB962C8B-B14F-4D97-AF65-F5344CB8AC3E}">
        <p14:creationId xmlns:p14="http://schemas.microsoft.com/office/powerpoint/2010/main" val="31954385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B0876-C349-C0F5-9548-0FE8A904D041}"/>
            </a:ext>
          </a:extLst>
        </p:cNvPr>
        <p:cNvGrpSpPr/>
        <p:nvPr/>
      </p:nvGrpSpPr>
      <p:grpSpPr>
        <a:xfrm>
          <a:off x="0" y="0"/>
          <a:ext cx="0" cy="0"/>
          <a:chOff x="0" y="0"/>
          <a:chExt cx="0" cy="0"/>
        </a:xfrm>
      </p:grpSpPr>
      <p:pic>
        <p:nvPicPr>
          <p:cNvPr id="5" name="Image 4" descr="Une image contenant texte, Police, capture d’écran, Bleu électrique&#10;&#10;Le contenu généré par l’IA peut être incorrect.">
            <a:extLst>
              <a:ext uri="{FF2B5EF4-FFF2-40B4-BE49-F238E27FC236}">
                <a16:creationId xmlns:a16="http://schemas.microsoft.com/office/drawing/2014/main" id="{C2344010-87FE-F800-E27B-E1E8E86F30EC}"/>
              </a:ext>
            </a:extLst>
          </p:cNvPr>
          <p:cNvPicPr>
            <a:picLocks noChangeAspect="1"/>
          </p:cNvPicPr>
          <p:nvPr/>
        </p:nvPicPr>
        <p:blipFill>
          <a:blip r:embed="rId2"/>
          <a:stretch>
            <a:fillRect/>
          </a:stretch>
        </p:blipFill>
        <p:spPr>
          <a:xfrm>
            <a:off x="1915801" y="0"/>
            <a:ext cx="2686425" cy="495369"/>
          </a:xfrm>
          <a:prstGeom prst="rect">
            <a:avLst/>
          </a:prstGeom>
        </p:spPr>
      </p:pic>
      <p:pic>
        <p:nvPicPr>
          <p:cNvPr id="10" name="Image 9">
            <a:extLst>
              <a:ext uri="{FF2B5EF4-FFF2-40B4-BE49-F238E27FC236}">
                <a16:creationId xmlns:a16="http://schemas.microsoft.com/office/drawing/2014/main" id="{E795642F-4F26-073C-9A38-C38074B3D0A7}"/>
              </a:ext>
            </a:extLst>
          </p:cNvPr>
          <p:cNvPicPr>
            <a:picLocks noChangeAspect="1"/>
          </p:cNvPicPr>
          <p:nvPr/>
        </p:nvPicPr>
        <p:blipFill>
          <a:blip r:embed="rId3"/>
          <a:stretch>
            <a:fillRect/>
          </a:stretch>
        </p:blipFill>
        <p:spPr>
          <a:xfrm>
            <a:off x="0" y="0"/>
            <a:ext cx="12192000" cy="1313863"/>
          </a:xfrm>
          <a:prstGeom prst="rect">
            <a:avLst/>
          </a:prstGeom>
        </p:spPr>
      </p:pic>
      <p:pic>
        <p:nvPicPr>
          <p:cNvPr id="8" name="Image 7" descr="Une image contenant texte, Police, capture d’écran, Bleu électrique&#10;&#10;Le contenu généré par l’IA peut être incorrect.">
            <a:extLst>
              <a:ext uri="{FF2B5EF4-FFF2-40B4-BE49-F238E27FC236}">
                <a16:creationId xmlns:a16="http://schemas.microsoft.com/office/drawing/2014/main" id="{A5E57D30-3E07-89CC-20C0-23F0396B38A0}"/>
              </a:ext>
            </a:extLst>
          </p:cNvPr>
          <p:cNvPicPr>
            <a:picLocks noChangeAspect="1"/>
          </p:cNvPicPr>
          <p:nvPr/>
        </p:nvPicPr>
        <p:blipFill>
          <a:blip r:embed="rId4"/>
          <a:stretch>
            <a:fillRect/>
          </a:stretch>
        </p:blipFill>
        <p:spPr>
          <a:xfrm>
            <a:off x="1418490" y="177929"/>
            <a:ext cx="3528649" cy="1060109"/>
          </a:xfrm>
          <a:prstGeom prst="rect">
            <a:avLst/>
          </a:prstGeom>
        </p:spPr>
      </p:pic>
      <p:pic>
        <p:nvPicPr>
          <p:cNvPr id="12" name="Image 11" descr="Une image contenant Police, logo, blanc, Graphique&#10;&#10;Le contenu généré par l’IA peut être incorrect.">
            <a:extLst>
              <a:ext uri="{FF2B5EF4-FFF2-40B4-BE49-F238E27FC236}">
                <a16:creationId xmlns:a16="http://schemas.microsoft.com/office/drawing/2014/main" id="{C515A87D-96EE-8F76-0E55-A809EE1EA8A2}"/>
              </a:ext>
            </a:extLst>
          </p:cNvPr>
          <p:cNvPicPr>
            <a:picLocks noChangeAspect="1"/>
          </p:cNvPicPr>
          <p:nvPr/>
        </p:nvPicPr>
        <p:blipFill>
          <a:blip r:embed="rId5"/>
          <a:stretch>
            <a:fillRect/>
          </a:stretch>
        </p:blipFill>
        <p:spPr>
          <a:xfrm>
            <a:off x="105669" y="177929"/>
            <a:ext cx="1179920" cy="1060109"/>
          </a:xfrm>
          <a:prstGeom prst="rect">
            <a:avLst/>
          </a:prstGeom>
        </p:spPr>
      </p:pic>
      <p:pic>
        <p:nvPicPr>
          <p:cNvPr id="19" name="Image 18" descr="Une image contenant texte, Police, capture d’écran, Bleu électrique&#10;&#10;Le contenu généré par l’IA peut être incorrect.">
            <a:extLst>
              <a:ext uri="{FF2B5EF4-FFF2-40B4-BE49-F238E27FC236}">
                <a16:creationId xmlns:a16="http://schemas.microsoft.com/office/drawing/2014/main" id="{78A3C8B0-FA89-B547-690B-EF92BD5C2BB4}"/>
              </a:ext>
            </a:extLst>
          </p:cNvPr>
          <p:cNvPicPr>
            <a:picLocks noChangeAspect="1"/>
          </p:cNvPicPr>
          <p:nvPr/>
        </p:nvPicPr>
        <p:blipFill>
          <a:blip r:embed="rId6"/>
          <a:stretch>
            <a:fillRect/>
          </a:stretch>
        </p:blipFill>
        <p:spPr>
          <a:xfrm>
            <a:off x="1285589" y="80479"/>
            <a:ext cx="7638048" cy="1261703"/>
          </a:xfrm>
          <a:prstGeom prst="rect">
            <a:avLst/>
          </a:prstGeom>
        </p:spPr>
      </p:pic>
    </p:spTree>
    <p:extLst>
      <p:ext uri="{BB962C8B-B14F-4D97-AF65-F5344CB8AC3E}">
        <p14:creationId xmlns:p14="http://schemas.microsoft.com/office/powerpoint/2010/main" val="30150087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4E0DC-AD86-E190-BC78-9002D107D665}"/>
            </a:ext>
          </a:extLst>
        </p:cNvPr>
        <p:cNvGrpSpPr/>
        <p:nvPr/>
      </p:nvGrpSpPr>
      <p:grpSpPr>
        <a:xfrm>
          <a:off x="0" y="0"/>
          <a:ext cx="0" cy="0"/>
          <a:chOff x="0" y="0"/>
          <a:chExt cx="0" cy="0"/>
        </a:xfrm>
      </p:grpSpPr>
      <p:pic>
        <p:nvPicPr>
          <p:cNvPr id="3" name="Image 2" descr="Une image contenant texte, logiciel, Page web, Icône d’ordinateur">
            <a:extLst>
              <a:ext uri="{FF2B5EF4-FFF2-40B4-BE49-F238E27FC236}">
                <a16:creationId xmlns:a16="http://schemas.microsoft.com/office/drawing/2014/main" id="{A58A0672-01E4-1581-E874-304EDC6262AA}"/>
              </a:ext>
            </a:extLst>
          </p:cNvPr>
          <p:cNvPicPr>
            <a:picLocks noChangeAspect="1"/>
          </p:cNvPicPr>
          <p:nvPr/>
        </p:nvPicPr>
        <p:blipFill>
          <a:blip r:embed="rId3"/>
          <a:stretch>
            <a:fillRect/>
          </a:stretch>
        </p:blipFill>
        <p:spPr>
          <a:xfrm>
            <a:off x="568112" y="-31269"/>
            <a:ext cx="7306695" cy="3372321"/>
          </a:xfrm>
          <a:prstGeom prst="rect">
            <a:avLst/>
          </a:prstGeom>
        </p:spPr>
      </p:pic>
      <p:pic>
        <p:nvPicPr>
          <p:cNvPr id="6" name="Image 5" descr="Une image contenant texte, logiciel, Page web, Icône d’ordinateur">
            <a:extLst>
              <a:ext uri="{FF2B5EF4-FFF2-40B4-BE49-F238E27FC236}">
                <a16:creationId xmlns:a16="http://schemas.microsoft.com/office/drawing/2014/main" id="{A99F66CF-7E26-DCD2-6631-284B30532A6A}"/>
              </a:ext>
            </a:extLst>
          </p:cNvPr>
          <p:cNvPicPr>
            <a:picLocks noChangeAspect="1"/>
          </p:cNvPicPr>
          <p:nvPr/>
        </p:nvPicPr>
        <p:blipFill>
          <a:blip r:embed="rId3"/>
          <a:stretch>
            <a:fillRect/>
          </a:stretch>
        </p:blipFill>
        <p:spPr>
          <a:xfrm>
            <a:off x="661494" y="3429000"/>
            <a:ext cx="7306695" cy="3372321"/>
          </a:xfrm>
          <a:prstGeom prst="rect">
            <a:avLst/>
          </a:prstGeom>
        </p:spPr>
      </p:pic>
      <p:sp>
        <p:nvSpPr>
          <p:cNvPr id="7" name="Rectangle : coins arrondis 6">
            <a:extLst>
              <a:ext uri="{FF2B5EF4-FFF2-40B4-BE49-F238E27FC236}">
                <a16:creationId xmlns:a16="http://schemas.microsoft.com/office/drawing/2014/main" id="{D55F461E-D52B-DB2B-90AA-51EC9AD252FF}"/>
              </a:ext>
            </a:extLst>
          </p:cNvPr>
          <p:cNvSpPr/>
          <p:nvPr/>
        </p:nvSpPr>
        <p:spPr>
          <a:xfrm>
            <a:off x="4166735" y="4054649"/>
            <a:ext cx="1048694" cy="13834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dirty="0"/>
              <a:t>Guillaume</a:t>
            </a:r>
          </a:p>
        </p:txBody>
      </p:sp>
      <p:sp>
        <p:nvSpPr>
          <p:cNvPr id="9" name="Rectangle : coins arrondis 8">
            <a:extLst>
              <a:ext uri="{FF2B5EF4-FFF2-40B4-BE49-F238E27FC236}">
                <a16:creationId xmlns:a16="http://schemas.microsoft.com/office/drawing/2014/main" id="{ED00A397-80B0-33B4-7131-75804E6F2F75}"/>
              </a:ext>
            </a:extLst>
          </p:cNvPr>
          <p:cNvSpPr/>
          <p:nvPr/>
        </p:nvSpPr>
        <p:spPr>
          <a:xfrm>
            <a:off x="1846905" y="4192997"/>
            <a:ext cx="1127351" cy="198584"/>
          </a:xfrm>
          <a:prstGeom prst="roundRect">
            <a:avLst/>
          </a:prstGeom>
          <a:solidFill>
            <a:srgbClr val="007BB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dirty="0"/>
              <a:t>Moulin</a:t>
            </a:r>
          </a:p>
        </p:txBody>
      </p:sp>
      <p:sp>
        <p:nvSpPr>
          <p:cNvPr id="11" name="Ellipse 10">
            <a:extLst>
              <a:ext uri="{FF2B5EF4-FFF2-40B4-BE49-F238E27FC236}">
                <a16:creationId xmlns:a16="http://schemas.microsoft.com/office/drawing/2014/main" id="{C3259CFC-60EC-5A3B-25D1-D1E156F45A49}"/>
              </a:ext>
            </a:extLst>
          </p:cNvPr>
          <p:cNvSpPr/>
          <p:nvPr/>
        </p:nvSpPr>
        <p:spPr>
          <a:xfrm>
            <a:off x="1769762" y="4426242"/>
            <a:ext cx="305744" cy="224182"/>
          </a:xfrm>
          <a:prstGeom prst="ellipse">
            <a:avLst/>
          </a:prstGeom>
          <a:solidFill>
            <a:srgbClr val="E7F3F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a:solidFill>
                  <a:schemeClr val="tx1"/>
                </a:solidFill>
              </a:rPr>
              <a:t>♂</a:t>
            </a:r>
          </a:p>
        </p:txBody>
      </p:sp>
      <p:sp>
        <p:nvSpPr>
          <p:cNvPr id="13" name="Rectangle : coins arrondis 12">
            <a:extLst>
              <a:ext uri="{FF2B5EF4-FFF2-40B4-BE49-F238E27FC236}">
                <a16:creationId xmlns:a16="http://schemas.microsoft.com/office/drawing/2014/main" id="{AF7DEC61-B8C7-5E99-47FE-AF35F46DC546}"/>
              </a:ext>
            </a:extLst>
          </p:cNvPr>
          <p:cNvSpPr/>
          <p:nvPr/>
        </p:nvSpPr>
        <p:spPr>
          <a:xfrm>
            <a:off x="2075506" y="4426280"/>
            <a:ext cx="898750" cy="248221"/>
          </a:xfrm>
          <a:prstGeom prst="roundRect">
            <a:avLst/>
          </a:prstGeom>
          <a:solidFill>
            <a:srgbClr val="007BB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dirty="0"/>
              <a:t>19 ans</a:t>
            </a:r>
          </a:p>
        </p:txBody>
      </p:sp>
      <p:pic>
        <p:nvPicPr>
          <p:cNvPr id="33" name="Image 32" descr="Une image contenant blanc, conception&#10;&#10;Le contenu généré par l’IA peut être incorrect.">
            <a:extLst>
              <a:ext uri="{FF2B5EF4-FFF2-40B4-BE49-F238E27FC236}">
                <a16:creationId xmlns:a16="http://schemas.microsoft.com/office/drawing/2014/main" id="{338667FA-C92D-6295-CB75-C48575991E0F}"/>
              </a:ext>
            </a:extLst>
          </p:cNvPr>
          <p:cNvPicPr>
            <a:picLocks noChangeAspect="1"/>
          </p:cNvPicPr>
          <p:nvPr/>
        </p:nvPicPr>
        <p:blipFill>
          <a:blip r:embed="rId4"/>
          <a:stretch>
            <a:fillRect/>
          </a:stretch>
        </p:blipFill>
        <p:spPr>
          <a:xfrm>
            <a:off x="805065" y="5200898"/>
            <a:ext cx="6697344" cy="1487673"/>
          </a:xfrm>
          <a:prstGeom prst="rect">
            <a:avLst/>
          </a:prstGeom>
        </p:spPr>
      </p:pic>
      <p:sp>
        <p:nvSpPr>
          <p:cNvPr id="14" name="Rectangle : coins arrondis 13">
            <a:extLst>
              <a:ext uri="{FF2B5EF4-FFF2-40B4-BE49-F238E27FC236}">
                <a16:creationId xmlns:a16="http://schemas.microsoft.com/office/drawing/2014/main" id="{CF454158-8E1D-BC21-0E88-43D8BEEE939A}"/>
              </a:ext>
            </a:extLst>
          </p:cNvPr>
          <p:cNvSpPr/>
          <p:nvPr/>
        </p:nvSpPr>
        <p:spPr>
          <a:xfrm>
            <a:off x="1007762" y="5115160"/>
            <a:ext cx="2078337" cy="222717"/>
          </a:xfrm>
          <a:prstGeom prst="roundRect">
            <a:avLst/>
          </a:prstGeom>
          <a:solidFill>
            <a:srgbClr val="007BB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dirty="0"/>
              <a:t>Béance</a:t>
            </a:r>
          </a:p>
        </p:txBody>
      </p:sp>
      <p:sp>
        <p:nvSpPr>
          <p:cNvPr id="15" name="Rectangle : coins arrondis 14">
            <a:extLst>
              <a:ext uri="{FF2B5EF4-FFF2-40B4-BE49-F238E27FC236}">
                <a16:creationId xmlns:a16="http://schemas.microsoft.com/office/drawing/2014/main" id="{16752517-1C83-8CAA-2461-15036B6385F0}"/>
              </a:ext>
            </a:extLst>
          </p:cNvPr>
          <p:cNvSpPr/>
          <p:nvPr/>
        </p:nvSpPr>
        <p:spPr>
          <a:xfrm>
            <a:off x="977945" y="5760811"/>
            <a:ext cx="761999" cy="309100"/>
          </a:xfrm>
          <a:prstGeom prst="roundRect">
            <a:avLst/>
          </a:prstGeom>
          <a:solidFill>
            <a:srgbClr val="007BB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dirty="0"/>
              <a:t>Diabète</a:t>
            </a:r>
          </a:p>
        </p:txBody>
      </p:sp>
      <p:sp>
        <p:nvSpPr>
          <p:cNvPr id="16" name="Rectangle : coins arrondis 15">
            <a:extLst>
              <a:ext uri="{FF2B5EF4-FFF2-40B4-BE49-F238E27FC236}">
                <a16:creationId xmlns:a16="http://schemas.microsoft.com/office/drawing/2014/main" id="{3359C983-DC04-9064-0AAC-6755CC45EAC4}"/>
              </a:ext>
            </a:extLst>
          </p:cNvPr>
          <p:cNvSpPr/>
          <p:nvPr/>
        </p:nvSpPr>
        <p:spPr>
          <a:xfrm>
            <a:off x="2190554" y="5824971"/>
            <a:ext cx="811513" cy="274965"/>
          </a:xfrm>
          <a:prstGeom prst="roundRect">
            <a:avLst/>
          </a:prstGeom>
          <a:solidFill>
            <a:srgbClr val="007BB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dirty="0"/>
              <a:t>Bruxisme</a:t>
            </a:r>
          </a:p>
        </p:txBody>
      </p:sp>
      <p:sp>
        <p:nvSpPr>
          <p:cNvPr id="17" name="Rectangle : coins arrondis 16">
            <a:extLst>
              <a:ext uri="{FF2B5EF4-FFF2-40B4-BE49-F238E27FC236}">
                <a16:creationId xmlns:a16="http://schemas.microsoft.com/office/drawing/2014/main" id="{59311EF0-2FEB-2283-811C-71A5F9FC6201}"/>
              </a:ext>
            </a:extLst>
          </p:cNvPr>
          <p:cNvSpPr/>
          <p:nvPr/>
        </p:nvSpPr>
        <p:spPr>
          <a:xfrm>
            <a:off x="1007762" y="5339343"/>
            <a:ext cx="2078338" cy="372878"/>
          </a:xfrm>
          <a:prstGeom prst="roundRect">
            <a:avLst/>
          </a:prstGeom>
          <a:solidFill>
            <a:srgbClr val="E7F3F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dirty="0">
                <a:solidFill>
                  <a:schemeClr val="tx1"/>
                </a:solidFill>
              </a:rPr>
              <a:t>Béance Antérieure Gauche Modérée</a:t>
            </a:r>
          </a:p>
        </p:txBody>
      </p:sp>
      <p:sp>
        <p:nvSpPr>
          <p:cNvPr id="18" name="Rectangle : coins arrondis 17">
            <a:extLst>
              <a:ext uri="{FF2B5EF4-FFF2-40B4-BE49-F238E27FC236}">
                <a16:creationId xmlns:a16="http://schemas.microsoft.com/office/drawing/2014/main" id="{AB0923F0-8B47-7F65-57D0-3829013476D1}"/>
              </a:ext>
            </a:extLst>
          </p:cNvPr>
          <p:cNvSpPr/>
          <p:nvPr/>
        </p:nvSpPr>
        <p:spPr>
          <a:xfrm>
            <a:off x="3127567" y="5115160"/>
            <a:ext cx="2078337" cy="222717"/>
          </a:xfrm>
          <a:prstGeom prst="roundRect">
            <a:avLst/>
          </a:prstGeom>
          <a:solidFill>
            <a:srgbClr val="007BB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dirty="0"/>
              <a:t>Béance</a:t>
            </a:r>
          </a:p>
        </p:txBody>
      </p:sp>
      <p:sp>
        <p:nvSpPr>
          <p:cNvPr id="20" name="Rectangle : coins arrondis 19">
            <a:extLst>
              <a:ext uri="{FF2B5EF4-FFF2-40B4-BE49-F238E27FC236}">
                <a16:creationId xmlns:a16="http://schemas.microsoft.com/office/drawing/2014/main" id="{C0F6B6D2-F65D-892E-58D7-DA8B78A35687}"/>
              </a:ext>
            </a:extLst>
          </p:cNvPr>
          <p:cNvSpPr/>
          <p:nvPr/>
        </p:nvSpPr>
        <p:spPr>
          <a:xfrm>
            <a:off x="3155199" y="5623058"/>
            <a:ext cx="1063436" cy="309100"/>
          </a:xfrm>
          <a:prstGeom prst="roundRect">
            <a:avLst/>
          </a:prstGeom>
          <a:solidFill>
            <a:srgbClr val="007BB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dirty="0"/>
              <a:t>Malocclusion</a:t>
            </a:r>
          </a:p>
        </p:txBody>
      </p:sp>
      <p:sp>
        <p:nvSpPr>
          <p:cNvPr id="21" name="Rectangle : coins arrondis 20">
            <a:extLst>
              <a:ext uri="{FF2B5EF4-FFF2-40B4-BE49-F238E27FC236}">
                <a16:creationId xmlns:a16="http://schemas.microsoft.com/office/drawing/2014/main" id="{F7C7353F-6568-5E77-6339-1A29D42C5D92}"/>
              </a:ext>
            </a:extLst>
          </p:cNvPr>
          <p:cNvSpPr/>
          <p:nvPr/>
        </p:nvSpPr>
        <p:spPr>
          <a:xfrm>
            <a:off x="3175208" y="5981485"/>
            <a:ext cx="1043427" cy="327626"/>
          </a:xfrm>
          <a:prstGeom prst="roundRect">
            <a:avLst/>
          </a:prstGeom>
          <a:solidFill>
            <a:srgbClr val="007BB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dirty="0"/>
              <a:t>Bruxisme</a:t>
            </a:r>
          </a:p>
        </p:txBody>
      </p:sp>
      <p:sp>
        <p:nvSpPr>
          <p:cNvPr id="22" name="Rectangle : coins arrondis 21">
            <a:extLst>
              <a:ext uri="{FF2B5EF4-FFF2-40B4-BE49-F238E27FC236}">
                <a16:creationId xmlns:a16="http://schemas.microsoft.com/office/drawing/2014/main" id="{C4371A23-CC3A-2E0A-ED95-CE722A83FC07}"/>
              </a:ext>
            </a:extLst>
          </p:cNvPr>
          <p:cNvSpPr/>
          <p:nvPr/>
        </p:nvSpPr>
        <p:spPr>
          <a:xfrm>
            <a:off x="3127568" y="5339342"/>
            <a:ext cx="2078338" cy="222717"/>
          </a:xfrm>
          <a:prstGeom prst="roundRect">
            <a:avLst/>
          </a:prstGeom>
          <a:solidFill>
            <a:srgbClr val="E7F3F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dirty="0">
                <a:solidFill>
                  <a:schemeClr val="tx1"/>
                </a:solidFill>
              </a:rPr>
              <a:t>Béance Modérée Postérieure</a:t>
            </a:r>
          </a:p>
        </p:txBody>
      </p:sp>
      <p:sp>
        <p:nvSpPr>
          <p:cNvPr id="23" name="Rectangle : coins arrondis 22">
            <a:extLst>
              <a:ext uri="{FF2B5EF4-FFF2-40B4-BE49-F238E27FC236}">
                <a16:creationId xmlns:a16="http://schemas.microsoft.com/office/drawing/2014/main" id="{F4B5E329-627E-35F5-2CA4-94F51FC2577A}"/>
              </a:ext>
            </a:extLst>
          </p:cNvPr>
          <p:cNvSpPr/>
          <p:nvPr/>
        </p:nvSpPr>
        <p:spPr>
          <a:xfrm>
            <a:off x="4416533" y="5623058"/>
            <a:ext cx="761999" cy="309100"/>
          </a:xfrm>
          <a:prstGeom prst="roundRect">
            <a:avLst/>
          </a:prstGeom>
          <a:solidFill>
            <a:srgbClr val="007BB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dirty="0"/>
              <a:t>Diabète</a:t>
            </a:r>
          </a:p>
        </p:txBody>
      </p:sp>
      <p:sp>
        <p:nvSpPr>
          <p:cNvPr id="24" name="Rectangle : coins arrondis 23">
            <a:extLst>
              <a:ext uri="{FF2B5EF4-FFF2-40B4-BE49-F238E27FC236}">
                <a16:creationId xmlns:a16="http://schemas.microsoft.com/office/drawing/2014/main" id="{C8ACF96B-DDEC-7F87-9885-CDB0099697CE}"/>
              </a:ext>
            </a:extLst>
          </p:cNvPr>
          <p:cNvSpPr/>
          <p:nvPr/>
        </p:nvSpPr>
        <p:spPr>
          <a:xfrm>
            <a:off x="5376432" y="5115160"/>
            <a:ext cx="2078337" cy="222717"/>
          </a:xfrm>
          <a:prstGeom prst="roundRect">
            <a:avLst/>
          </a:prstGeom>
          <a:solidFill>
            <a:srgbClr val="007BB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dirty="0"/>
              <a:t>Bruxisme</a:t>
            </a:r>
          </a:p>
        </p:txBody>
      </p:sp>
      <p:sp>
        <p:nvSpPr>
          <p:cNvPr id="25" name="Rectangle : coins arrondis 24">
            <a:extLst>
              <a:ext uri="{FF2B5EF4-FFF2-40B4-BE49-F238E27FC236}">
                <a16:creationId xmlns:a16="http://schemas.microsoft.com/office/drawing/2014/main" id="{8125BFED-D469-D562-AD21-59153D83E164}"/>
              </a:ext>
            </a:extLst>
          </p:cNvPr>
          <p:cNvSpPr/>
          <p:nvPr/>
        </p:nvSpPr>
        <p:spPr>
          <a:xfrm>
            <a:off x="5376431" y="6210903"/>
            <a:ext cx="1063436" cy="309100"/>
          </a:xfrm>
          <a:prstGeom prst="roundRect">
            <a:avLst/>
          </a:prstGeom>
          <a:solidFill>
            <a:srgbClr val="007BB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dirty="0"/>
              <a:t>Béance</a:t>
            </a:r>
          </a:p>
        </p:txBody>
      </p:sp>
      <p:sp>
        <p:nvSpPr>
          <p:cNvPr id="27" name="Rectangle : coins arrondis 26">
            <a:extLst>
              <a:ext uri="{FF2B5EF4-FFF2-40B4-BE49-F238E27FC236}">
                <a16:creationId xmlns:a16="http://schemas.microsoft.com/office/drawing/2014/main" id="{A9563EDF-D926-051E-EF68-2896CB5AB1ED}"/>
              </a:ext>
            </a:extLst>
          </p:cNvPr>
          <p:cNvSpPr/>
          <p:nvPr/>
        </p:nvSpPr>
        <p:spPr>
          <a:xfrm>
            <a:off x="5376433" y="5339342"/>
            <a:ext cx="2078338" cy="222717"/>
          </a:xfrm>
          <a:prstGeom prst="roundRect">
            <a:avLst/>
          </a:prstGeom>
          <a:solidFill>
            <a:srgbClr val="E7F3F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dirty="0">
                <a:solidFill>
                  <a:schemeClr val="tx1"/>
                </a:solidFill>
              </a:rPr>
              <a:t>Bruxisme Nocturne Sévère</a:t>
            </a:r>
          </a:p>
        </p:txBody>
      </p:sp>
      <p:sp>
        <p:nvSpPr>
          <p:cNvPr id="29" name="Rectangle : coins arrondis 28">
            <a:extLst>
              <a:ext uri="{FF2B5EF4-FFF2-40B4-BE49-F238E27FC236}">
                <a16:creationId xmlns:a16="http://schemas.microsoft.com/office/drawing/2014/main" id="{03F50857-2A59-F006-0A22-07FD3850B394}"/>
              </a:ext>
            </a:extLst>
          </p:cNvPr>
          <p:cNvSpPr/>
          <p:nvPr/>
        </p:nvSpPr>
        <p:spPr>
          <a:xfrm>
            <a:off x="5376431" y="5656780"/>
            <a:ext cx="2078337" cy="222717"/>
          </a:xfrm>
          <a:prstGeom prst="roundRect">
            <a:avLst/>
          </a:prstGeom>
          <a:solidFill>
            <a:srgbClr val="007BB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dirty="0"/>
              <a:t>Dentition Permanente</a:t>
            </a:r>
          </a:p>
        </p:txBody>
      </p:sp>
      <p:sp>
        <p:nvSpPr>
          <p:cNvPr id="30" name="Rectangle : coins arrondis 29">
            <a:extLst>
              <a:ext uri="{FF2B5EF4-FFF2-40B4-BE49-F238E27FC236}">
                <a16:creationId xmlns:a16="http://schemas.microsoft.com/office/drawing/2014/main" id="{B42D908C-A5E3-4CE8-B404-99FD7C5A36A9}"/>
              </a:ext>
            </a:extLst>
          </p:cNvPr>
          <p:cNvSpPr/>
          <p:nvPr/>
        </p:nvSpPr>
        <p:spPr>
          <a:xfrm>
            <a:off x="5376431" y="5932061"/>
            <a:ext cx="2078337" cy="222717"/>
          </a:xfrm>
          <a:prstGeom prst="roundRect">
            <a:avLst/>
          </a:prstGeom>
          <a:solidFill>
            <a:srgbClr val="007BB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dirty="0"/>
              <a:t>Résorption Radiculaire</a:t>
            </a:r>
          </a:p>
        </p:txBody>
      </p:sp>
      <p:sp>
        <p:nvSpPr>
          <p:cNvPr id="31" name="Rectangle : coins arrondis 30">
            <a:extLst>
              <a:ext uri="{FF2B5EF4-FFF2-40B4-BE49-F238E27FC236}">
                <a16:creationId xmlns:a16="http://schemas.microsoft.com/office/drawing/2014/main" id="{D724BE74-8EC5-9180-DA32-25C87D151A78}"/>
              </a:ext>
            </a:extLst>
          </p:cNvPr>
          <p:cNvSpPr/>
          <p:nvPr/>
        </p:nvSpPr>
        <p:spPr>
          <a:xfrm>
            <a:off x="6692769" y="6199499"/>
            <a:ext cx="761999" cy="309100"/>
          </a:xfrm>
          <a:prstGeom prst="roundRect">
            <a:avLst/>
          </a:prstGeom>
          <a:solidFill>
            <a:srgbClr val="007BB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dirty="0"/>
              <a:t>Diabète</a:t>
            </a:r>
          </a:p>
        </p:txBody>
      </p:sp>
      <p:pic>
        <p:nvPicPr>
          <p:cNvPr id="34" name="Image 33" descr="Une image contenant blanc, conception&#10;&#10;Le contenu généré par l’IA peut être incorrect.">
            <a:extLst>
              <a:ext uri="{FF2B5EF4-FFF2-40B4-BE49-F238E27FC236}">
                <a16:creationId xmlns:a16="http://schemas.microsoft.com/office/drawing/2014/main" id="{86D00982-D987-231A-0924-942EE8773730}"/>
              </a:ext>
            </a:extLst>
          </p:cNvPr>
          <p:cNvPicPr>
            <a:picLocks noChangeAspect="1"/>
          </p:cNvPicPr>
          <p:nvPr/>
        </p:nvPicPr>
        <p:blipFill>
          <a:blip r:embed="rId4"/>
          <a:stretch>
            <a:fillRect/>
          </a:stretch>
        </p:blipFill>
        <p:spPr>
          <a:xfrm>
            <a:off x="3253753" y="3814420"/>
            <a:ext cx="4714436" cy="1047212"/>
          </a:xfrm>
          <a:prstGeom prst="rect">
            <a:avLst/>
          </a:prstGeom>
        </p:spPr>
      </p:pic>
      <p:sp>
        <p:nvSpPr>
          <p:cNvPr id="35" name="Rectangle : coins arrondis 34">
            <a:extLst>
              <a:ext uri="{FF2B5EF4-FFF2-40B4-BE49-F238E27FC236}">
                <a16:creationId xmlns:a16="http://schemas.microsoft.com/office/drawing/2014/main" id="{19D85BC9-D0B2-735D-43E5-ECCCBC97FA34}"/>
              </a:ext>
            </a:extLst>
          </p:cNvPr>
          <p:cNvSpPr/>
          <p:nvPr/>
        </p:nvSpPr>
        <p:spPr>
          <a:xfrm>
            <a:off x="1846906" y="3928310"/>
            <a:ext cx="1127350" cy="232368"/>
          </a:xfrm>
          <a:prstGeom prst="roundRect">
            <a:avLst/>
          </a:prstGeom>
          <a:solidFill>
            <a:srgbClr val="E7F3F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1200" dirty="0">
                <a:solidFill>
                  <a:schemeClr val="tx1"/>
                </a:solidFill>
              </a:rPr>
              <a:t>Guillaume</a:t>
            </a:r>
          </a:p>
        </p:txBody>
      </p:sp>
      <p:sp>
        <p:nvSpPr>
          <p:cNvPr id="36" name="ZoneTexte 35">
            <a:extLst>
              <a:ext uri="{FF2B5EF4-FFF2-40B4-BE49-F238E27FC236}">
                <a16:creationId xmlns:a16="http://schemas.microsoft.com/office/drawing/2014/main" id="{EB3569EC-4578-DDE5-F5B6-A228BD7049AB}"/>
              </a:ext>
            </a:extLst>
          </p:cNvPr>
          <p:cNvSpPr txBox="1"/>
          <p:nvPr/>
        </p:nvSpPr>
        <p:spPr>
          <a:xfrm>
            <a:off x="9010650" y="1438275"/>
            <a:ext cx="721480" cy="4247317"/>
          </a:xfrm>
          <a:prstGeom prst="rect">
            <a:avLst/>
          </a:prstGeom>
          <a:noFill/>
        </p:spPr>
        <p:txBody>
          <a:bodyPr wrap="none" rtlCol="0">
            <a:spAutoFit/>
          </a:bodyPr>
          <a:lstStyle/>
          <a:p>
            <a:r>
              <a:rPr lang="fr-FR" dirty="0"/>
              <a:t>Avant</a:t>
            </a:r>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r>
              <a:rPr lang="fr-FR" dirty="0"/>
              <a:t>Après</a:t>
            </a:r>
          </a:p>
        </p:txBody>
      </p:sp>
      <p:pic>
        <p:nvPicPr>
          <p:cNvPr id="37" name="Image 36" descr="Une image contenant blanc, conception&#10;&#10;Le contenu généré par l’IA peut être incorrect.">
            <a:extLst>
              <a:ext uri="{FF2B5EF4-FFF2-40B4-BE49-F238E27FC236}">
                <a16:creationId xmlns:a16="http://schemas.microsoft.com/office/drawing/2014/main" id="{077D1C76-B25B-F8C0-E57A-A62D15311AEF}"/>
              </a:ext>
            </a:extLst>
          </p:cNvPr>
          <p:cNvPicPr>
            <a:picLocks noChangeAspect="1"/>
          </p:cNvPicPr>
          <p:nvPr/>
        </p:nvPicPr>
        <p:blipFill>
          <a:blip r:embed="rId4"/>
          <a:stretch>
            <a:fillRect/>
          </a:stretch>
        </p:blipFill>
        <p:spPr>
          <a:xfrm>
            <a:off x="2974256" y="248728"/>
            <a:ext cx="4714436" cy="1047212"/>
          </a:xfrm>
          <a:prstGeom prst="rect">
            <a:avLst/>
          </a:prstGeom>
        </p:spPr>
      </p:pic>
    </p:spTree>
    <p:extLst>
      <p:ext uri="{BB962C8B-B14F-4D97-AF65-F5344CB8AC3E}">
        <p14:creationId xmlns:p14="http://schemas.microsoft.com/office/powerpoint/2010/main" val="15225798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A625E-099C-5281-B313-48138A46F5C7}"/>
            </a:ext>
          </a:extLst>
        </p:cNvPr>
        <p:cNvGrpSpPr/>
        <p:nvPr/>
      </p:nvGrpSpPr>
      <p:grpSpPr>
        <a:xfrm>
          <a:off x="0" y="0"/>
          <a:ext cx="0" cy="0"/>
          <a:chOff x="0" y="0"/>
          <a:chExt cx="0" cy="0"/>
        </a:xfrm>
      </p:grpSpPr>
      <p:pic>
        <p:nvPicPr>
          <p:cNvPr id="5" name="Image 4">
            <a:extLst>
              <a:ext uri="{FF2B5EF4-FFF2-40B4-BE49-F238E27FC236}">
                <a16:creationId xmlns:a16="http://schemas.microsoft.com/office/drawing/2014/main" id="{B987D6EB-5BD5-C8FD-DAB2-86E5214ABD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77810" y="527117"/>
            <a:ext cx="4201111" cy="952633"/>
          </a:xfrm>
          <a:prstGeom prst="rect">
            <a:avLst/>
          </a:prstGeom>
        </p:spPr>
      </p:pic>
      <p:pic>
        <p:nvPicPr>
          <p:cNvPr id="8" name="Image 7">
            <a:extLst>
              <a:ext uri="{FF2B5EF4-FFF2-40B4-BE49-F238E27FC236}">
                <a16:creationId xmlns:a16="http://schemas.microsoft.com/office/drawing/2014/main" id="{3597F20A-A529-47F2-E54D-1BBFBE35B2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08564" y="1366676"/>
            <a:ext cx="6341764" cy="1438042"/>
          </a:xfrm>
          <a:prstGeom prst="rect">
            <a:avLst/>
          </a:prstGeom>
        </p:spPr>
      </p:pic>
      <p:pic>
        <p:nvPicPr>
          <p:cNvPr id="1026" name="Picture 2" descr="Logo Kitview">
            <a:extLst>
              <a:ext uri="{FF2B5EF4-FFF2-40B4-BE49-F238E27FC236}">
                <a16:creationId xmlns:a16="http://schemas.microsoft.com/office/drawing/2014/main" id="{0C092FBD-8E4D-DB92-FA8B-311431C7E8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510" y="913571"/>
            <a:ext cx="3224012" cy="867293"/>
          </a:xfrm>
          <a:prstGeom prst="rect">
            <a:avLst/>
          </a:prstGeom>
          <a:noFill/>
          <a:extLst>
            <a:ext uri="{909E8E84-426E-40DD-AFC4-6F175D3DCCD1}">
              <a14:hiddenFill xmlns:a14="http://schemas.microsoft.com/office/drawing/2010/main">
                <a:solidFill>
                  <a:srgbClr val="FFFFFF"/>
                </a:solidFill>
              </a14:hiddenFill>
            </a:ext>
          </a:extLst>
        </p:spPr>
      </p:pic>
      <p:pic>
        <p:nvPicPr>
          <p:cNvPr id="10" name="Image 9">
            <a:extLst>
              <a:ext uri="{FF2B5EF4-FFF2-40B4-BE49-F238E27FC236}">
                <a16:creationId xmlns:a16="http://schemas.microsoft.com/office/drawing/2014/main" id="{C644E349-893B-3D30-7323-AEE80D2B72B7}"/>
              </a:ext>
            </a:extLst>
          </p:cNvPr>
          <p:cNvPicPr>
            <a:picLocks noChangeAspect="1"/>
          </p:cNvPicPr>
          <p:nvPr/>
        </p:nvPicPr>
        <p:blipFill>
          <a:blip r:embed="rId5"/>
          <a:stretch>
            <a:fillRect/>
          </a:stretch>
        </p:blipFill>
        <p:spPr>
          <a:xfrm>
            <a:off x="516658" y="1839688"/>
            <a:ext cx="333422" cy="371527"/>
          </a:xfrm>
          <a:prstGeom prst="rect">
            <a:avLst/>
          </a:prstGeom>
        </p:spPr>
      </p:pic>
      <p:pic>
        <p:nvPicPr>
          <p:cNvPr id="18" name="Image 17">
            <a:extLst>
              <a:ext uri="{FF2B5EF4-FFF2-40B4-BE49-F238E27FC236}">
                <a16:creationId xmlns:a16="http://schemas.microsoft.com/office/drawing/2014/main" id="{68FAD813-3E84-93BE-6521-A20B7FBF61EF}"/>
              </a:ext>
            </a:extLst>
          </p:cNvPr>
          <p:cNvPicPr>
            <a:picLocks noChangeAspect="1"/>
          </p:cNvPicPr>
          <p:nvPr/>
        </p:nvPicPr>
        <p:blipFill>
          <a:blip r:embed="rId6"/>
          <a:stretch>
            <a:fillRect/>
          </a:stretch>
        </p:blipFill>
        <p:spPr>
          <a:xfrm>
            <a:off x="1875323" y="1780864"/>
            <a:ext cx="781159" cy="438211"/>
          </a:xfrm>
          <a:prstGeom prst="rect">
            <a:avLst/>
          </a:prstGeom>
        </p:spPr>
      </p:pic>
      <p:grpSp>
        <p:nvGrpSpPr>
          <p:cNvPr id="20" name="Groupe 19">
            <a:extLst>
              <a:ext uri="{FF2B5EF4-FFF2-40B4-BE49-F238E27FC236}">
                <a16:creationId xmlns:a16="http://schemas.microsoft.com/office/drawing/2014/main" id="{B7A847F3-A9E1-1AB4-19AD-BD91D2089D90}"/>
              </a:ext>
            </a:extLst>
          </p:cNvPr>
          <p:cNvGrpSpPr/>
          <p:nvPr/>
        </p:nvGrpSpPr>
        <p:grpSpPr>
          <a:xfrm>
            <a:off x="1146759" y="2495420"/>
            <a:ext cx="4988946" cy="933580"/>
            <a:chOff x="3385531" y="2681986"/>
            <a:chExt cx="4988946" cy="933580"/>
          </a:xfrm>
        </p:grpSpPr>
        <p:pic>
          <p:nvPicPr>
            <p:cNvPr id="21" name="Image 20" descr="Une image contenant Police, logo, Graphique, symbole&#10;&#10;Le contenu généré par l’IA peut être incorrect.">
              <a:extLst>
                <a:ext uri="{FF2B5EF4-FFF2-40B4-BE49-F238E27FC236}">
                  <a16:creationId xmlns:a16="http://schemas.microsoft.com/office/drawing/2014/main" id="{1EC485A4-FA81-83DF-1B8F-C1DC801BDC93}"/>
                </a:ext>
              </a:extLst>
            </p:cNvPr>
            <p:cNvPicPr>
              <a:picLocks noChangeAspect="1"/>
            </p:cNvPicPr>
            <p:nvPr/>
          </p:nvPicPr>
          <p:blipFill>
            <a:blip r:embed="rId7"/>
            <a:stretch>
              <a:fillRect/>
            </a:stretch>
          </p:blipFill>
          <p:spPr>
            <a:xfrm>
              <a:off x="3385531" y="2681986"/>
              <a:ext cx="1962424" cy="933580"/>
            </a:xfrm>
            <a:prstGeom prst="rect">
              <a:avLst/>
            </a:prstGeom>
          </p:spPr>
        </p:pic>
        <p:pic>
          <p:nvPicPr>
            <p:cNvPr id="22" name="Image 21">
              <a:extLst>
                <a:ext uri="{FF2B5EF4-FFF2-40B4-BE49-F238E27FC236}">
                  <a16:creationId xmlns:a16="http://schemas.microsoft.com/office/drawing/2014/main" id="{952BFF3F-51F3-DC8C-FFAE-32667B346C11}"/>
                </a:ext>
              </a:extLst>
            </p:cNvPr>
            <p:cNvPicPr>
              <a:picLocks noChangeAspect="1"/>
            </p:cNvPicPr>
            <p:nvPr/>
          </p:nvPicPr>
          <p:blipFill>
            <a:blip r:embed="rId6"/>
            <a:stretch>
              <a:fillRect/>
            </a:stretch>
          </p:blipFill>
          <p:spPr>
            <a:xfrm>
              <a:off x="7593318" y="2912483"/>
              <a:ext cx="781159" cy="438211"/>
            </a:xfrm>
            <a:prstGeom prst="rect">
              <a:avLst/>
            </a:prstGeom>
          </p:spPr>
        </p:pic>
        <p:sp>
          <p:nvSpPr>
            <p:cNvPr id="23" name="Rectangle 22">
              <a:extLst>
                <a:ext uri="{FF2B5EF4-FFF2-40B4-BE49-F238E27FC236}">
                  <a16:creationId xmlns:a16="http://schemas.microsoft.com/office/drawing/2014/main" id="{E2E87664-096F-423B-4FE7-7351860D2024}"/>
                </a:ext>
              </a:extLst>
            </p:cNvPr>
            <p:cNvSpPr/>
            <p:nvPr/>
          </p:nvSpPr>
          <p:spPr>
            <a:xfrm>
              <a:off x="5259513" y="2828134"/>
              <a:ext cx="2406749" cy="677108"/>
            </a:xfrm>
            <a:prstGeom prst="rect">
              <a:avLst/>
            </a:prstGeom>
            <a:noFill/>
          </p:spPr>
          <p:txBody>
            <a:bodyPr wrap="none" lIns="91440" tIns="45720" rIns="91440" bIns="45720">
              <a:spAutoFit/>
            </a:bodyPr>
            <a:lstStyle/>
            <a:p>
              <a:pPr algn="ctr"/>
              <a:r>
                <a:rPr lang="fr-FR" sz="3800" dirty="0">
                  <a:ln w="0"/>
                  <a:solidFill>
                    <a:schemeClr val="accent1"/>
                  </a:solidFill>
                  <a:effectLst>
                    <a:outerShdw blurRad="38100" dist="25400" dir="5400000" algn="ctr" rotWithShape="0">
                      <a:srgbClr val="6E747A">
                        <a:alpha val="43000"/>
                      </a:srgbClr>
                    </a:outerShdw>
                  </a:effectLst>
                </a:rPr>
                <a:t>vvvvv</a:t>
              </a:r>
              <a:r>
                <a:rPr lang="fr-FR" sz="3800" dirty="0">
                  <a:ln w="0"/>
                  <a:solidFill>
                    <a:srgbClr val="FF0000"/>
                  </a:solidFill>
                  <a:effectLst>
                    <a:outerShdw blurRad="38100" dist="25400" dir="5400000" algn="ctr" rotWithShape="0">
                      <a:srgbClr val="6E747A">
                        <a:alpha val="43000"/>
                      </a:srgbClr>
                    </a:outerShdw>
                  </a:effectLst>
                </a:rPr>
                <a:t>v</a:t>
              </a:r>
              <a:r>
                <a:rPr lang="fr-FR" sz="3800" dirty="0">
                  <a:ln w="0"/>
                  <a:solidFill>
                    <a:schemeClr val="accent1"/>
                  </a:solidFill>
                  <a:effectLst>
                    <a:outerShdw blurRad="38100" dist="25400" dir="5400000" algn="ctr" rotWithShape="0">
                      <a:srgbClr val="6E747A">
                        <a:alpha val="43000"/>
                      </a:srgbClr>
                    </a:outerShdw>
                  </a:effectLst>
                </a:rPr>
                <a:t>vvvv</a:t>
              </a:r>
              <a:endParaRPr lang="fr-FR" sz="3800" b="0" cap="none" spc="0" dirty="0">
                <a:ln w="0"/>
                <a:solidFill>
                  <a:schemeClr val="accent1"/>
                </a:solidFill>
                <a:effectLst>
                  <a:outerShdw blurRad="38100" dist="25400" dir="5400000" algn="ctr" rotWithShape="0">
                    <a:srgbClr val="6E747A">
                      <a:alpha val="43000"/>
                    </a:srgbClr>
                  </a:outerShdw>
                </a:effectLst>
              </a:endParaRPr>
            </a:p>
          </p:txBody>
        </p:sp>
      </p:grpSp>
      <p:pic>
        <p:nvPicPr>
          <p:cNvPr id="25" name="Image 24" descr="Une image contenant Police, logo, Graphique, Bleu électrique&#10;&#10;Le contenu généré par l’IA peut être incorrect.">
            <a:extLst>
              <a:ext uri="{FF2B5EF4-FFF2-40B4-BE49-F238E27FC236}">
                <a16:creationId xmlns:a16="http://schemas.microsoft.com/office/drawing/2014/main" id="{C30710CD-4D6F-1737-3D53-01B55B91A250}"/>
              </a:ext>
            </a:extLst>
          </p:cNvPr>
          <p:cNvPicPr>
            <a:picLocks noChangeAspect="1"/>
          </p:cNvPicPr>
          <p:nvPr/>
        </p:nvPicPr>
        <p:blipFill>
          <a:blip r:embed="rId8"/>
          <a:stretch>
            <a:fillRect/>
          </a:stretch>
        </p:blipFill>
        <p:spPr>
          <a:xfrm>
            <a:off x="4324387" y="1470237"/>
            <a:ext cx="4074333" cy="793302"/>
          </a:xfrm>
          <a:prstGeom prst="rect">
            <a:avLst/>
          </a:prstGeom>
        </p:spPr>
      </p:pic>
      <p:sp>
        <p:nvSpPr>
          <p:cNvPr id="29" name="ZoneTexte 28">
            <a:extLst>
              <a:ext uri="{FF2B5EF4-FFF2-40B4-BE49-F238E27FC236}">
                <a16:creationId xmlns:a16="http://schemas.microsoft.com/office/drawing/2014/main" id="{3471411D-E8B9-D1E5-7D4A-4E5AA2D9A55C}"/>
              </a:ext>
            </a:extLst>
          </p:cNvPr>
          <p:cNvSpPr txBox="1"/>
          <p:nvPr/>
        </p:nvSpPr>
        <p:spPr>
          <a:xfrm>
            <a:off x="2166708" y="3466013"/>
            <a:ext cx="8348892" cy="861774"/>
          </a:xfrm>
          <a:prstGeom prst="rect">
            <a:avLst/>
          </a:prstGeom>
          <a:noFill/>
        </p:spPr>
        <p:txBody>
          <a:bodyPr wrap="square">
            <a:spAutoFit/>
          </a:bodyPr>
          <a:lstStyle/>
          <a:p>
            <a:r>
              <a:rPr lang="fr-FR" sz="3200" dirty="0"/>
              <a:t>◀</a:t>
            </a:r>
            <a:r>
              <a:rPr lang="fr-FR" dirty="0"/>
              <a:t> ░░░░░░░░░░░░░░░░░░░░░░█░░░░░░░░░░░░░░░░░░░░░ </a:t>
            </a:r>
            <a:r>
              <a:rPr lang="fr-FR" sz="3200" dirty="0"/>
              <a:t>▶</a:t>
            </a:r>
          </a:p>
          <a:p>
            <a:r>
              <a:rPr lang="fr-FR" dirty="0"/>
              <a:t>                      		      3140-3160/6407</a:t>
            </a:r>
          </a:p>
        </p:txBody>
      </p:sp>
      <p:sp>
        <p:nvSpPr>
          <p:cNvPr id="30" name="ZoneTexte 29">
            <a:extLst>
              <a:ext uri="{FF2B5EF4-FFF2-40B4-BE49-F238E27FC236}">
                <a16:creationId xmlns:a16="http://schemas.microsoft.com/office/drawing/2014/main" id="{EEAC4B73-18BB-DAEC-17CB-CE89ECA48499}"/>
              </a:ext>
            </a:extLst>
          </p:cNvPr>
          <p:cNvSpPr txBox="1"/>
          <p:nvPr/>
        </p:nvSpPr>
        <p:spPr>
          <a:xfrm>
            <a:off x="8178923" y="240722"/>
            <a:ext cx="3413760" cy="584775"/>
          </a:xfrm>
          <a:prstGeom prst="rect">
            <a:avLst/>
          </a:prstGeom>
          <a:noFill/>
        </p:spPr>
        <p:txBody>
          <a:bodyPr wrap="square">
            <a:spAutoFit/>
          </a:bodyPr>
          <a:lstStyle/>
          <a:p>
            <a:pPr>
              <a:buNone/>
            </a:pPr>
            <a:r>
              <a:rPr lang="fr-FR" sz="3200" dirty="0" err="1">
                <a:solidFill>
                  <a:srgbClr val="43B9ED"/>
                </a:solidFill>
              </a:rPr>
              <a:t>KitviewSear</a:t>
            </a:r>
            <a:endParaRPr lang="fr-FR" sz="3200" dirty="0">
              <a:solidFill>
                <a:srgbClr val="43B9ED"/>
              </a:solidFill>
            </a:endParaRPr>
          </a:p>
        </p:txBody>
      </p:sp>
      <p:sp>
        <p:nvSpPr>
          <p:cNvPr id="31" name="ZoneTexte 30">
            <a:extLst>
              <a:ext uri="{FF2B5EF4-FFF2-40B4-BE49-F238E27FC236}">
                <a16:creationId xmlns:a16="http://schemas.microsoft.com/office/drawing/2014/main" id="{E254EE1D-FC60-CEA9-403E-CA2D7AD4C32A}"/>
              </a:ext>
            </a:extLst>
          </p:cNvPr>
          <p:cNvSpPr txBox="1"/>
          <p:nvPr/>
        </p:nvSpPr>
        <p:spPr>
          <a:xfrm>
            <a:off x="314884" y="402144"/>
            <a:ext cx="3909231" cy="584775"/>
          </a:xfrm>
          <a:prstGeom prst="rect">
            <a:avLst/>
          </a:prstGeom>
          <a:noFill/>
        </p:spPr>
        <p:txBody>
          <a:bodyPr wrap="square">
            <a:spAutoFit/>
          </a:bodyPr>
          <a:lstStyle/>
          <a:p>
            <a:pPr>
              <a:buNone/>
            </a:pPr>
            <a:r>
              <a:rPr lang="fr-FR" sz="3200" dirty="0" err="1">
                <a:solidFill>
                  <a:srgbClr val="43B9ED"/>
                </a:solidFill>
              </a:rPr>
              <a:t>KitviewSearch</a:t>
            </a:r>
            <a:endParaRPr lang="fr-FR" sz="3200" dirty="0">
              <a:solidFill>
                <a:srgbClr val="43B9ED"/>
              </a:solidFill>
            </a:endParaRPr>
          </a:p>
        </p:txBody>
      </p:sp>
      <p:sp>
        <p:nvSpPr>
          <p:cNvPr id="32" name="ZoneTexte 31">
            <a:extLst>
              <a:ext uri="{FF2B5EF4-FFF2-40B4-BE49-F238E27FC236}">
                <a16:creationId xmlns:a16="http://schemas.microsoft.com/office/drawing/2014/main" id="{EC2BDCA6-39BE-F8D2-43D9-7E6B725BDC8B}"/>
              </a:ext>
            </a:extLst>
          </p:cNvPr>
          <p:cNvSpPr txBox="1"/>
          <p:nvPr/>
        </p:nvSpPr>
        <p:spPr>
          <a:xfrm>
            <a:off x="2574275" y="3514641"/>
            <a:ext cx="7574555" cy="584775"/>
          </a:xfrm>
          <a:prstGeom prst="rect">
            <a:avLst/>
          </a:prstGeom>
          <a:noFill/>
        </p:spPr>
        <p:txBody>
          <a:bodyPr wrap="square">
            <a:spAutoFit/>
          </a:bodyPr>
          <a:lstStyle/>
          <a:p>
            <a:r>
              <a:rPr lang="fr-FR" sz="3200" dirty="0">
                <a:solidFill>
                  <a:srgbClr val="43B9ED"/>
                </a:solidFill>
              </a:rPr>
              <a:t>KitviewSearchKitview</a:t>
            </a:r>
            <a:r>
              <a:rPr lang="fr-FR" sz="3200" dirty="0">
                <a:solidFill>
                  <a:srgbClr val="FF0000"/>
                </a:solidFill>
              </a:rPr>
              <a:t>S</a:t>
            </a:r>
            <a:r>
              <a:rPr lang="fr-FR" sz="3200" dirty="0">
                <a:solidFill>
                  <a:srgbClr val="43B9ED"/>
                </a:solidFill>
              </a:rPr>
              <a:t>earchKitviewSearch</a:t>
            </a:r>
          </a:p>
        </p:txBody>
      </p:sp>
      <p:pic>
        <p:nvPicPr>
          <p:cNvPr id="46" name="Image 45">
            <a:extLst>
              <a:ext uri="{FF2B5EF4-FFF2-40B4-BE49-F238E27FC236}">
                <a16:creationId xmlns:a16="http://schemas.microsoft.com/office/drawing/2014/main" id="{96314675-509B-07CA-F6B7-45DBAFE36C5F}"/>
              </a:ext>
            </a:extLst>
          </p:cNvPr>
          <p:cNvPicPr>
            <a:picLocks noChangeAspect="1"/>
          </p:cNvPicPr>
          <p:nvPr/>
        </p:nvPicPr>
        <p:blipFill>
          <a:blip r:embed="rId9"/>
          <a:stretch>
            <a:fillRect/>
          </a:stretch>
        </p:blipFill>
        <p:spPr>
          <a:xfrm>
            <a:off x="223018" y="4280022"/>
            <a:ext cx="11745964" cy="733527"/>
          </a:xfrm>
          <a:prstGeom prst="rect">
            <a:avLst/>
          </a:prstGeom>
        </p:spPr>
      </p:pic>
      <p:grpSp>
        <p:nvGrpSpPr>
          <p:cNvPr id="47" name="Groupe 46">
            <a:extLst>
              <a:ext uri="{FF2B5EF4-FFF2-40B4-BE49-F238E27FC236}">
                <a16:creationId xmlns:a16="http://schemas.microsoft.com/office/drawing/2014/main" id="{63915270-3D65-2FE4-15AE-9F927D76A1A5}"/>
              </a:ext>
            </a:extLst>
          </p:cNvPr>
          <p:cNvGrpSpPr/>
          <p:nvPr/>
        </p:nvGrpSpPr>
        <p:grpSpPr>
          <a:xfrm>
            <a:off x="10148830" y="4376415"/>
            <a:ext cx="1371791" cy="447737"/>
            <a:chOff x="8340779" y="5130064"/>
            <a:chExt cx="1371791" cy="447737"/>
          </a:xfrm>
        </p:grpSpPr>
        <p:pic>
          <p:nvPicPr>
            <p:cNvPr id="36" name="Image 35">
              <a:extLst>
                <a:ext uri="{FF2B5EF4-FFF2-40B4-BE49-F238E27FC236}">
                  <a16:creationId xmlns:a16="http://schemas.microsoft.com/office/drawing/2014/main" id="{8F10230F-6032-9416-6F70-7A1CD6939F4B}"/>
                </a:ext>
              </a:extLst>
            </p:cNvPr>
            <p:cNvPicPr>
              <a:picLocks noChangeAspect="1"/>
            </p:cNvPicPr>
            <p:nvPr/>
          </p:nvPicPr>
          <p:blipFill>
            <a:blip r:embed="rId10"/>
            <a:stretch>
              <a:fillRect/>
            </a:stretch>
          </p:blipFill>
          <p:spPr>
            <a:xfrm>
              <a:off x="8340779" y="5130064"/>
              <a:ext cx="1371791" cy="447737"/>
            </a:xfrm>
            <a:prstGeom prst="rect">
              <a:avLst/>
            </a:prstGeom>
          </p:spPr>
        </p:pic>
        <p:sp>
          <p:nvSpPr>
            <p:cNvPr id="41" name="ZoneTexte 40">
              <a:extLst>
                <a:ext uri="{FF2B5EF4-FFF2-40B4-BE49-F238E27FC236}">
                  <a16:creationId xmlns:a16="http://schemas.microsoft.com/office/drawing/2014/main" id="{4E068371-34CF-F353-13F9-D677680081B5}"/>
                </a:ext>
              </a:extLst>
            </p:cNvPr>
            <p:cNvSpPr txBox="1"/>
            <p:nvPr/>
          </p:nvSpPr>
          <p:spPr>
            <a:xfrm>
              <a:off x="8778768" y="5217837"/>
              <a:ext cx="933802" cy="307777"/>
            </a:xfrm>
            <a:prstGeom prst="rect">
              <a:avLst/>
            </a:prstGeom>
            <a:solidFill>
              <a:srgbClr val="7960F4"/>
            </a:solidFill>
          </p:spPr>
          <p:txBody>
            <a:bodyPr wrap="square" rtlCol="0">
              <a:spAutoFit/>
            </a:bodyPr>
            <a:lstStyle/>
            <a:p>
              <a:r>
                <a:rPr lang="fr-FR" sz="1400" dirty="0">
                  <a:solidFill>
                    <a:schemeClr val="bg1"/>
                  </a:solidFill>
                </a:rPr>
                <a:t>Analyse IA</a:t>
              </a:r>
            </a:p>
          </p:txBody>
        </p:sp>
      </p:grpSp>
    </p:spTree>
    <p:extLst>
      <p:ext uri="{BB962C8B-B14F-4D97-AF65-F5344CB8AC3E}">
        <p14:creationId xmlns:p14="http://schemas.microsoft.com/office/powerpoint/2010/main" val="27176674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AEA72-D039-9F0B-6557-476A440E7AB4}"/>
            </a:ext>
          </a:extLst>
        </p:cNvPr>
        <p:cNvGrpSpPr/>
        <p:nvPr/>
      </p:nvGrpSpPr>
      <p:grpSpPr>
        <a:xfrm>
          <a:off x="0" y="0"/>
          <a:ext cx="0" cy="0"/>
          <a:chOff x="0" y="0"/>
          <a:chExt cx="0" cy="0"/>
        </a:xfrm>
      </p:grpSpPr>
      <p:pic>
        <p:nvPicPr>
          <p:cNvPr id="5" name="Image 4" descr="Une image contenant capture d’écran, texte, ligne&#10;&#10;Le contenu généré par l’IA peut être incorrect.">
            <a:extLst>
              <a:ext uri="{FF2B5EF4-FFF2-40B4-BE49-F238E27FC236}">
                <a16:creationId xmlns:a16="http://schemas.microsoft.com/office/drawing/2014/main" id="{BEE0AC55-5A52-12D6-1881-DA24DF586305}"/>
              </a:ext>
            </a:extLst>
          </p:cNvPr>
          <p:cNvPicPr>
            <a:picLocks noChangeAspect="1"/>
          </p:cNvPicPr>
          <p:nvPr/>
        </p:nvPicPr>
        <p:blipFill>
          <a:blip r:embed="rId3"/>
          <a:stretch>
            <a:fillRect/>
          </a:stretch>
        </p:blipFill>
        <p:spPr>
          <a:xfrm>
            <a:off x="0" y="738822"/>
            <a:ext cx="12192000" cy="2478637"/>
          </a:xfrm>
          <a:prstGeom prst="rect">
            <a:avLst/>
          </a:prstGeom>
        </p:spPr>
      </p:pic>
      <p:sp>
        <p:nvSpPr>
          <p:cNvPr id="6" name="ZoneTexte 5">
            <a:extLst>
              <a:ext uri="{FF2B5EF4-FFF2-40B4-BE49-F238E27FC236}">
                <a16:creationId xmlns:a16="http://schemas.microsoft.com/office/drawing/2014/main" id="{32B898DC-C7EE-657C-F361-4C2F34B02F24}"/>
              </a:ext>
            </a:extLst>
          </p:cNvPr>
          <p:cNvSpPr txBox="1"/>
          <p:nvPr/>
        </p:nvSpPr>
        <p:spPr>
          <a:xfrm>
            <a:off x="226337" y="353085"/>
            <a:ext cx="721864" cy="3693319"/>
          </a:xfrm>
          <a:prstGeom prst="rect">
            <a:avLst/>
          </a:prstGeom>
          <a:noFill/>
        </p:spPr>
        <p:txBody>
          <a:bodyPr wrap="none" rtlCol="0">
            <a:spAutoFit/>
          </a:bodyPr>
          <a:lstStyle/>
          <a:p>
            <a:r>
              <a:rPr lang="fr-FR" dirty="0"/>
              <a:t>Avant</a:t>
            </a:r>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r>
              <a:rPr lang="fr-FR" dirty="0"/>
              <a:t>Après</a:t>
            </a:r>
          </a:p>
        </p:txBody>
      </p:sp>
      <p:pic>
        <p:nvPicPr>
          <p:cNvPr id="7" name="Image 6" descr="Une image contenant capture d’écran, texte, ligne&#10;&#10;Le contenu généré par l’IA peut être incorrect.">
            <a:extLst>
              <a:ext uri="{FF2B5EF4-FFF2-40B4-BE49-F238E27FC236}">
                <a16:creationId xmlns:a16="http://schemas.microsoft.com/office/drawing/2014/main" id="{5E3837B8-BE78-0D83-CC48-3A045A5CF35E}"/>
              </a:ext>
            </a:extLst>
          </p:cNvPr>
          <p:cNvPicPr>
            <a:picLocks noChangeAspect="1"/>
          </p:cNvPicPr>
          <p:nvPr/>
        </p:nvPicPr>
        <p:blipFill>
          <a:blip r:embed="rId3"/>
          <a:stretch>
            <a:fillRect/>
          </a:stretch>
        </p:blipFill>
        <p:spPr>
          <a:xfrm>
            <a:off x="1" y="4288590"/>
            <a:ext cx="12192000" cy="2478637"/>
          </a:xfrm>
          <a:prstGeom prst="rect">
            <a:avLst/>
          </a:prstGeom>
        </p:spPr>
      </p:pic>
      <p:pic>
        <p:nvPicPr>
          <p:cNvPr id="9" name="Image 8">
            <a:extLst>
              <a:ext uri="{FF2B5EF4-FFF2-40B4-BE49-F238E27FC236}">
                <a16:creationId xmlns:a16="http://schemas.microsoft.com/office/drawing/2014/main" id="{0A1C8010-1B1B-1376-8331-D0678DD79CFB}"/>
              </a:ext>
            </a:extLst>
          </p:cNvPr>
          <p:cNvPicPr>
            <a:picLocks noChangeAspect="1"/>
          </p:cNvPicPr>
          <p:nvPr/>
        </p:nvPicPr>
        <p:blipFill>
          <a:blip r:embed="rId4"/>
          <a:stretch>
            <a:fillRect/>
          </a:stretch>
        </p:blipFill>
        <p:spPr>
          <a:xfrm>
            <a:off x="2662706" y="4567687"/>
            <a:ext cx="666843" cy="276264"/>
          </a:xfrm>
          <a:prstGeom prst="rect">
            <a:avLst/>
          </a:prstGeom>
        </p:spPr>
      </p:pic>
      <p:pic>
        <p:nvPicPr>
          <p:cNvPr id="11" name="Image 10">
            <a:extLst>
              <a:ext uri="{FF2B5EF4-FFF2-40B4-BE49-F238E27FC236}">
                <a16:creationId xmlns:a16="http://schemas.microsoft.com/office/drawing/2014/main" id="{2E38D72B-2D25-68A3-4AD5-A8F691A6B63B}"/>
              </a:ext>
            </a:extLst>
          </p:cNvPr>
          <p:cNvPicPr>
            <a:picLocks noChangeAspect="1"/>
          </p:cNvPicPr>
          <p:nvPr/>
        </p:nvPicPr>
        <p:blipFill>
          <a:blip r:embed="rId5"/>
          <a:stretch>
            <a:fillRect/>
          </a:stretch>
        </p:blipFill>
        <p:spPr>
          <a:xfrm>
            <a:off x="1462607" y="4705819"/>
            <a:ext cx="781159" cy="190527"/>
          </a:xfrm>
          <a:prstGeom prst="rect">
            <a:avLst/>
          </a:prstGeom>
        </p:spPr>
      </p:pic>
      <p:pic>
        <p:nvPicPr>
          <p:cNvPr id="13" name="Image 12">
            <a:extLst>
              <a:ext uri="{FF2B5EF4-FFF2-40B4-BE49-F238E27FC236}">
                <a16:creationId xmlns:a16="http://schemas.microsoft.com/office/drawing/2014/main" id="{9AA4BF06-286A-2E7B-CA1C-2E05EE174951}"/>
              </a:ext>
            </a:extLst>
          </p:cNvPr>
          <p:cNvPicPr>
            <a:picLocks noChangeAspect="1"/>
          </p:cNvPicPr>
          <p:nvPr/>
        </p:nvPicPr>
        <p:blipFill>
          <a:blip r:embed="rId6"/>
          <a:stretch>
            <a:fillRect/>
          </a:stretch>
        </p:blipFill>
        <p:spPr>
          <a:xfrm>
            <a:off x="3329549" y="4599493"/>
            <a:ext cx="2067213" cy="304843"/>
          </a:xfrm>
          <a:prstGeom prst="rect">
            <a:avLst/>
          </a:prstGeom>
        </p:spPr>
      </p:pic>
      <p:pic>
        <p:nvPicPr>
          <p:cNvPr id="15" name="Image 14">
            <a:extLst>
              <a:ext uri="{FF2B5EF4-FFF2-40B4-BE49-F238E27FC236}">
                <a16:creationId xmlns:a16="http://schemas.microsoft.com/office/drawing/2014/main" id="{B7F7961C-1A68-88A1-FDD2-4710666F4E09}"/>
              </a:ext>
            </a:extLst>
          </p:cNvPr>
          <p:cNvPicPr>
            <a:picLocks noChangeAspect="1"/>
          </p:cNvPicPr>
          <p:nvPr/>
        </p:nvPicPr>
        <p:blipFill>
          <a:blip r:embed="rId7"/>
          <a:stretch>
            <a:fillRect/>
          </a:stretch>
        </p:blipFill>
        <p:spPr>
          <a:xfrm>
            <a:off x="5311025" y="4594126"/>
            <a:ext cx="838317" cy="266737"/>
          </a:xfrm>
          <a:prstGeom prst="rect">
            <a:avLst/>
          </a:prstGeom>
        </p:spPr>
      </p:pic>
      <p:pic>
        <p:nvPicPr>
          <p:cNvPr id="17" name="Image 16">
            <a:extLst>
              <a:ext uri="{FF2B5EF4-FFF2-40B4-BE49-F238E27FC236}">
                <a16:creationId xmlns:a16="http://schemas.microsoft.com/office/drawing/2014/main" id="{F085C142-979E-C767-B9AF-794689FCEEE1}"/>
              </a:ext>
            </a:extLst>
          </p:cNvPr>
          <p:cNvPicPr>
            <a:picLocks noChangeAspect="1"/>
          </p:cNvPicPr>
          <p:nvPr/>
        </p:nvPicPr>
        <p:blipFill>
          <a:blip r:embed="rId8"/>
          <a:stretch>
            <a:fillRect/>
          </a:stretch>
        </p:blipFill>
        <p:spPr>
          <a:xfrm>
            <a:off x="6149342" y="4589363"/>
            <a:ext cx="1390844" cy="257211"/>
          </a:xfrm>
          <a:prstGeom prst="rect">
            <a:avLst/>
          </a:prstGeom>
        </p:spPr>
      </p:pic>
      <p:pic>
        <p:nvPicPr>
          <p:cNvPr id="19" name="Image 18">
            <a:extLst>
              <a:ext uri="{FF2B5EF4-FFF2-40B4-BE49-F238E27FC236}">
                <a16:creationId xmlns:a16="http://schemas.microsoft.com/office/drawing/2014/main" id="{0A1ABB4B-8670-EE64-0879-6833034C4C63}"/>
              </a:ext>
            </a:extLst>
          </p:cNvPr>
          <p:cNvPicPr>
            <a:picLocks noChangeAspect="1"/>
          </p:cNvPicPr>
          <p:nvPr/>
        </p:nvPicPr>
        <p:blipFill>
          <a:blip r:embed="rId9"/>
          <a:stretch>
            <a:fillRect/>
          </a:stretch>
        </p:blipFill>
        <p:spPr>
          <a:xfrm>
            <a:off x="7516370" y="4561387"/>
            <a:ext cx="1552792" cy="381053"/>
          </a:xfrm>
          <a:prstGeom prst="rect">
            <a:avLst/>
          </a:prstGeom>
        </p:spPr>
      </p:pic>
      <p:pic>
        <p:nvPicPr>
          <p:cNvPr id="21" name="Image 20" descr="Une image contenant blanc, conception&#10;&#10;Le contenu généré par l’IA peut être incorrect.">
            <a:extLst>
              <a:ext uri="{FF2B5EF4-FFF2-40B4-BE49-F238E27FC236}">
                <a16:creationId xmlns:a16="http://schemas.microsoft.com/office/drawing/2014/main" id="{FFF7688C-1EE3-6820-F3DE-6A6584177529}"/>
              </a:ext>
            </a:extLst>
          </p:cNvPr>
          <p:cNvPicPr>
            <a:picLocks noChangeAspect="1"/>
          </p:cNvPicPr>
          <p:nvPr/>
        </p:nvPicPr>
        <p:blipFill>
          <a:blip r:embed="rId10"/>
          <a:stretch>
            <a:fillRect/>
          </a:stretch>
        </p:blipFill>
        <p:spPr>
          <a:xfrm>
            <a:off x="64954" y="5045411"/>
            <a:ext cx="12046533" cy="1721815"/>
          </a:xfrm>
          <a:prstGeom prst="rect">
            <a:avLst/>
          </a:prstGeom>
        </p:spPr>
      </p:pic>
      <p:pic>
        <p:nvPicPr>
          <p:cNvPr id="23" name="Image 22">
            <a:extLst>
              <a:ext uri="{FF2B5EF4-FFF2-40B4-BE49-F238E27FC236}">
                <a16:creationId xmlns:a16="http://schemas.microsoft.com/office/drawing/2014/main" id="{8006A532-2C5D-0DCF-CC97-E78A919EB66D}"/>
              </a:ext>
            </a:extLst>
          </p:cNvPr>
          <p:cNvPicPr>
            <a:picLocks noChangeAspect="1"/>
          </p:cNvPicPr>
          <p:nvPr/>
        </p:nvPicPr>
        <p:blipFill>
          <a:blip r:embed="rId11"/>
          <a:stretch>
            <a:fillRect/>
          </a:stretch>
        </p:blipFill>
        <p:spPr>
          <a:xfrm>
            <a:off x="-7780" y="5063832"/>
            <a:ext cx="12192000" cy="112728"/>
          </a:xfrm>
          <a:prstGeom prst="rect">
            <a:avLst/>
          </a:prstGeom>
        </p:spPr>
      </p:pic>
    </p:spTree>
    <p:extLst>
      <p:ext uri="{BB962C8B-B14F-4D97-AF65-F5344CB8AC3E}">
        <p14:creationId xmlns:p14="http://schemas.microsoft.com/office/powerpoint/2010/main" val="36886804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E683B-F0C1-9817-5ACB-228EBA067CDE}"/>
            </a:ext>
          </a:extLst>
        </p:cNvPr>
        <p:cNvGrpSpPr/>
        <p:nvPr/>
      </p:nvGrpSpPr>
      <p:grpSpPr>
        <a:xfrm>
          <a:off x="0" y="0"/>
          <a:ext cx="0" cy="0"/>
          <a:chOff x="0" y="0"/>
          <a:chExt cx="0" cy="0"/>
        </a:xfrm>
      </p:grpSpPr>
      <p:pic>
        <p:nvPicPr>
          <p:cNvPr id="3" name="Image 2" descr="Une image contenant texte, capture d’écran, logiciel, Icône d’ordinateur">
            <a:extLst>
              <a:ext uri="{FF2B5EF4-FFF2-40B4-BE49-F238E27FC236}">
                <a16:creationId xmlns:a16="http://schemas.microsoft.com/office/drawing/2014/main" id="{9863C393-468E-E6E8-07CE-42DE9467FFF3}"/>
              </a:ext>
            </a:extLst>
          </p:cNvPr>
          <p:cNvPicPr>
            <a:picLocks noChangeAspect="1"/>
          </p:cNvPicPr>
          <p:nvPr/>
        </p:nvPicPr>
        <p:blipFill>
          <a:blip r:embed="rId2"/>
          <a:stretch>
            <a:fillRect/>
          </a:stretch>
        </p:blipFill>
        <p:spPr>
          <a:xfrm>
            <a:off x="1476580" y="-56655"/>
            <a:ext cx="8167165" cy="3953082"/>
          </a:xfrm>
          <a:prstGeom prst="rect">
            <a:avLst/>
          </a:prstGeom>
        </p:spPr>
      </p:pic>
      <p:sp>
        <p:nvSpPr>
          <p:cNvPr id="4" name="ZoneTexte 3">
            <a:extLst>
              <a:ext uri="{FF2B5EF4-FFF2-40B4-BE49-F238E27FC236}">
                <a16:creationId xmlns:a16="http://schemas.microsoft.com/office/drawing/2014/main" id="{B6F2E6F9-9115-E468-4A4B-C0C238AAB71F}"/>
              </a:ext>
            </a:extLst>
          </p:cNvPr>
          <p:cNvSpPr txBox="1"/>
          <p:nvPr/>
        </p:nvSpPr>
        <p:spPr>
          <a:xfrm>
            <a:off x="226337" y="353085"/>
            <a:ext cx="747512" cy="3970318"/>
          </a:xfrm>
          <a:prstGeom prst="rect">
            <a:avLst/>
          </a:prstGeom>
          <a:noFill/>
        </p:spPr>
        <p:txBody>
          <a:bodyPr wrap="none" rtlCol="0">
            <a:spAutoFit/>
          </a:bodyPr>
          <a:lstStyle/>
          <a:p>
            <a:r>
              <a:rPr lang="fr-FR" dirty="0"/>
              <a:t>Avant</a:t>
            </a:r>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endParaRPr lang="fr-FR" dirty="0"/>
          </a:p>
          <a:p>
            <a:r>
              <a:rPr lang="fr-FR" dirty="0"/>
              <a:t>Après</a:t>
            </a:r>
          </a:p>
        </p:txBody>
      </p:sp>
      <p:pic>
        <p:nvPicPr>
          <p:cNvPr id="6" name="Image 5">
            <a:extLst>
              <a:ext uri="{FF2B5EF4-FFF2-40B4-BE49-F238E27FC236}">
                <a16:creationId xmlns:a16="http://schemas.microsoft.com/office/drawing/2014/main" id="{8A34888F-9B64-8B59-36CC-9DCE57AAC08C}"/>
              </a:ext>
            </a:extLst>
          </p:cNvPr>
          <p:cNvPicPr>
            <a:picLocks noChangeAspect="1"/>
          </p:cNvPicPr>
          <p:nvPr/>
        </p:nvPicPr>
        <p:blipFill>
          <a:blip r:embed="rId3"/>
          <a:stretch>
            <a:fillRect/>
          </a:stretch>
        </p:blipFill>
        <p:spPr>
          <a:xfrm>
            <a:off x="86264" y="4323403"/>
            <a:ext cx="12192000" cy="678300"/>
          </a:xfrm>
          <a:prstGeom prst="rect">
            <a:avLst/>
          </a:prstGeom>
        </p:spPr>
      </p:pic>
      <p:pic>
        <p:nvPicPr>
          <p:cNvPr id="8" name="Image 7">
            <a:extLst>
              <a:ext uri="{FF2B5EF4-FFF2-40B4-BE49-F238E27FC236}">
                <a16:creationId xmlns:a16="http://schemas.microsoft.com/office/drawing/2014/main" id="{C68BA69E-DD8C-1B4E-B051-22D41EB0323D}"/>
              </a:ext>
            </a:extLst>
          </p:cNvPr>
          <p:cNvPicPr>
            <a:picLocks noChangeAspect="1"/>
          </p:cNvPicPr>
          <p:nvPr/>
        </p:nvPicPr>
        <p:blipFill>
          <a:blip r:embed="rId4"/>
          <a:stretch>
            <a:fillRect/>
          </a:stretch>
        </p:blipFill>
        <p:spPr>
          <a:xfrm>
            <a:off x="340871" y="4948453"/>
            <a:ext cx="1476581" cy="266737"/>
          </a:xfrm>
          <a:prstGeom prst="rect">
            <a:avLst/>
          </a:prstGeom>
        </p:spPr>
      </p:pic>
      <p:pic>
        <p:nvPicPr>
          <p:cNvPr id="10" name="Image 9">
            <a:extLst>
              <a:ext uri="{FF2B5EF4-FFF2-40B4-BE49-F238E27FC236}">
                <a16:creationId xmlns:a16="http://schemas.microsoft.com/office/drawing/2014/main" id="{02EB7ADF-2CA1-B597-9B4E-9F7FE775B710}"/>
              </a:ext>
            </a:extLst>
          </p:cNvPr>
          <p:cNvPicPr>
            <a:picLocks noChangeAspect="1"/>
          </p:cNvPicPr>
          <p:nvPr/>
        </p:nvPicPr>
        <p:blipFill>
          <a:blip r:embed="rId5"/>
          <a:stretch>
            <a:fillRect/>
          </a:stretch>
        </p:blipFill>
        <p:spPr>
          <a:xfrm>
            <a:off x="2562582" y="4925794"/>
            <a:ext cx="4020111" cy="466790"/>
          </a:xfrm>
          <a:prstGeom prst="rect">
            <a:avLst/>
          </a:prstGeom>
        </p:spPr>
      </p:pic>
      <p:pic>
        <p:nvPicPr>
          <p:cNvPr id="12" name="Image 11">
            <a:extLst>
              <a:ext uri="{FF2B5EF4-FFF2-40B4-BE49-F238E27FC236}">
                <a16:creationId xmlns:a16="http://schemas.microsoft.com/office/drawing/2014/main" id="{4AC56696-F613-0929-21BB-35B3BE20D942}"/>
              </a:ext>
            </a:extLst>
          </p:cNvPr>
          <p:cNvPicPr>
            <a:picLocks noChangeAspect="1"/>
          </p:cNvPicPr>
          <p:nvPr/>
        </p:nvPicPr>
        <p:blipFill>
          <a:blip r:embed="rId6"/>
          <a:stretch>
            <a:fillRect/>
          </a:stretch>
        </p:blipFill>
        <p:spPr>
          <a:xfrm>
            <a:off x="6480828" y="5022877"/>
            <a:ext cx="2172003" cy="428685"/>
          </a:xfrm>
          <a:prstGeom prst="rect">
            <a:avLst/>
          </a:prstGeom>
        </p:spPr>
      </p:pic>
      <p:pic>
        <p:nvPicPr>
          <p:cNvPr id="14" name="Image 13">
            <a:extLst>
              <a:ext uri="{FF2B5EF4-FFF2-40B4-BE49-F238E27FC236}">
                <a16:creationId xmlns:a16="http://schemas.microsoft.com/office/drawing/2014/main" id="{DDD517D1-2B8D-1E77-B6DE-B0234CD75577}"/>
              </a:ext>
            </a:extLst>
          </p:cNvPr>
          <p:cNvPicPr>
            <a:picLocks noChangeAspect="1"/>
          </p:cNvPicPr>
          <p:nvPr/>
        </p:nvPicPr>
        <p:blipFill>
          <a:blip r:embed="rId7"/>
          <a:stretch>
            <a:fillRect/>
          </a:stretch>
        </p:blipFill>
        <p:spPr>
          <a:xfrm>
            <a:off x="8752468" y="5022877"/>
            <a:ext cx="3353268" cy="447737"/>
          </a:xfrm>
          <a:prstGeom prst="rect">
            <a:avLst/>
          </a:prstGeom>
        </p:spPr>
      </p:pic>
      <p:pic>
        <p:nvPicPr>
          <p:cNvPr id="16" name="Image 15">
            <a:extLst>
              <a:ext uri="{FF2B5EF4-FFF2-40B4-BE49-F238E27FC236}">
                <a16:creationId xmlns:a16="http://schemas.microsoft.com/office/drawing/2014/main" id="{8A98EE71-C097-CDA9-051B-F34F1013149F}"/>
              </a:ext>
            </a:extLst>
          </p:cNvPr>
          <p:cNvPicPr>
            <a:picLocks noChangeAspect="1"/>
          </p:cNvPicPr>
          <p:nvPr/>
        </p:nvPicPr>
        <p:blipFill>
          <a:blip r:embed="rId8"/>
          <a:stretch>
            <a:fillRect/>
          </a:stretch>
        </p:blipFill>
        <p:spPr>
          <a:xfrm>
            <a:off x="2562582" y="5389751"/>
            <a:ext cx="3610479" cy="428685"/>
          </a:xfrm>
          <a:prstGeom prst="rect">
            <a:avLst/>
          </a:prstGeom>
        </p:spPr>
      </p:pic>
      <p:pic>
        <p:nvPicPr>
          <p:cNvPr id="17" name="Image 16">
            <a:extLst>
              <a:ext uri="{FF2B5EF4-FFF2-40B4-BE49-F238E27FC236}">
                <a16:creationId xmlns:a16="http://schemas.microsoft.com/office/drawing/2014/main" id="{C3CA7DBE-5093-D09E-49E3-E2B8C2892FCE}"/>
              </a:ext>
            </a:extLst>
          </p:cNvPr>
          <p:cNvPicPr>
            <a:picLocks noChangeAspect="1"/>
          </p:cNvPicPr>
          <p:nvPr/>
        </p:nvPicPr>
        <p:blipFill>
          <a:blip r:embed="rId9"/>
          <a:stretch>
            <a:fillRect/>
          </a:stretch>
        </p:blipFill>
        <p:spPr>
          <a:xfrm>
            <a:off x="86264" y="5858662"/>
            <a:ext cx="12192000" cy="112728"/>
          </a:xfrm>
          <a:prstGeom prst="rect">
            <a:avLst/>
          </a:prstGeom>
        </p:spPr>
      </p:pic>
    </p:spTree>
    <p:extLst>
      <p:ext uri="{BB962C8B-B14F-4D97-AF65-F5344CB8AC3E}">
        <p14:creationId xmlns:p14="http://schemas.microsoft.com/office/powerpoint/2010/main" val="25014459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3C41D-A032-245B-8BF7-3E08F2E78098}"/>
            </a:ext>
          </a:extLst>
        </p:cNvPr>
        <p:cNvGrpSpPr/>
        <p:nvPr/>
      </p:nvGrpSpPr>
      <p:grpSpPr>
        <a:xfrm>
          <a:off x="0" y="0"/>
          <a:ext cx="0" cy="0"/>
          <a:chOff x="0" y="0"/>
          <a:chExt cx="0" cy="0"/>
        </a:xfrm>
      </p:grpSpPr>
      <p:pic>
        <p:nvPicPr>
          <p:cNvPr id="20" name="Image 19">
            <a:extLst>
              <a:ext uri="{FF2B5EF4-FFF2-40B4-BE49-F238E27FC236}">
                <a16:creationId xmlns:a16="http://schemas.microsoft.com/office/drawing/2014/main" id="{AC0E6713-19F8-821F-CFD5-981B08F989B8}"/>
              </a:ext>
            </a:extLst>
          </p:cNvPr>
          <p:cNvPicPr>
            <a:picLocks noChangeAspect="1"/>
          </p:cNvPicPr>
          <p:nvPr/>
        </p:nvPicPr>
        <p:blipFill>
          <a:blip r:embed="rId2"/>
          <a:stretch>
            <a:fillRect/>
          </a:stretch>
        </p:blipFill>
        <p:spPr>
          <a:xfrm>
            <a:off x="0" y="1612637"/>
            <a:ext cx="12192000" cy="755538"/>
          </a:xfrm>
          <a:prstGeom prst="rect">
            <a:avLst/>
          </a:prstGeom>
        </p:spPr>
      </p:pic>
      <p:pic>
        <p:nvPicPr>
          <p:cNvPr id="21" name="Image 20">
            <a:extLst>
              <a:ext uri="{FF2B5EF4-FFF2-40B4-BE49-F238E27FC236}">
                <a16:creationId xmlns:a16="http://schemas.microsoft.com/office/drawing/2014/main" id="{EBA8C9C9-A7CB-FA16-F2CB-70F6BE88B0E4}"/>
              </a:ext>
            </a:extLst>
          </p:cNvPr>
          <p:cNvPicPr>
            <a:picLocks noChangeAspect="1"/>
          </p:cNvPicPr>
          <p:nvPr/>
        </p:nvPicPr>
        <p:blipFill>
          <a:blip r:embed="rId3"/>
          <a:stretch>
            <a:fillRect/>
          </a:stretch>
        </p:blipFill>
        <p:spPr>
          <a:xfrm>
            <a:off x="338789" y="1769917"/>
            <a:ext cx="369181" cy="499969"/>
          </a:xfrm>
          <a:prstGeom prst="rect">
            <a:avLst/>
          </a:prstGeom>
        </p:spPr>
      </p:pic>
      <p:sp>
        <p:nvSpPr>
          <p:cNvPr id="22" name="ZoneTexte 21">
            <a:extLst>
              <a:ext uri="{FF2B5EF4-FFF2-40B4-BE49-F238E27FC236}">
                <a16:creationId xmlns:a16="http://schemas.microsoft.com/office/drawing/2014/main" id="{A02D6EA9-3F0A-284F-A574-0A949B03182B}"/>
              </a:ext>
            </a:extLst>
          </p:cNvPr>
          <p:cNvSpPr txBox="1"/>
          <p:nvPr/>
        </p:nvSpPr>
        <p:spPr>
          <a:xfrm>
            <a:off x="737514" y="1850097"/>
            <a:ext cx="1978827" cy="375552"/>
          </a:xfrm>
          <a:prstGeom prst="rect">
            <a:avLst/>
          </a:prstGeom>
          <a:solidFill>
            <a:srgbClr val="2044B4"/>
          </a:solidFill>
        </p:spPr>
        <p:txBody>
          <a:bodyPr wrap="square">
            <a:spAutoFit/>
          </a:bodyPr>
          <a:lstStyle/>
          <a:p>
            <a:pPr>
              <a:lnSpc>
                <a:spcPct val="107000"/>
              </a:lnSpc>
              <a:spcAft>
                <a:spcPts val="800"/>
              </a:spcAft>
              <a:buNone/>
            </a:pPr>
            <a:r>
              <a:rPr lang="fr-FR" sz="1800" b="1" dirty="0">
                <a:solidFill>
                  <a:schemeClr val="bg1"/>
                </a:solidFill>
                <a:effectLst/>
                <a:latin typeface="Calibri" panose="020F0502020204030204" pitchFamily="34" charset="0"/>
                <a:ea typeface="Calibri" panose="020F0502020204030204" pitchFamily="34" charset="0"/>
                <a:cs typeface="Calibri" panose="020F0502020204030204" pitchFamily="34" charset="0"/>
              </a:rPr>
              <a:t>THIERRY</a:t>
            </a:r>
            <a:r>
              <a:rPr lang="fr-FR" sz="900" dirty="0">
                <a:solidFill>
                  <a:schemeClr val="bg1"/>
                </a:solidFill>
                <a:latin typeface="Calibri" panose="020F0502020204030204" pitchFamily="34" charset="0"/>
                <a:ea typeface="Calibri" panose="020F0502020204030204" pitchFamily="34" charset="0"/>
                <a:cs typeface="Times New Roman" panose="02020603050405020304" pitchFamily="18" charset="0"/>
              </a:rPr>
              <a:t> </a:t>
            </a:r>
            <a:r>
              <a:rPr lang="fr-FR" sz="1800" b="1" dirty="0">
                <a:solidFill>
                  <a:schemeClr val="bg1"/>
                </a:solidFill>
                <a:effectLst/>
                <a:latin typeface="Calibri" panose="020F0502020204030204" pitchFamily="34" charset="0"/>
                <a:ea typeface="Calibri" panose="020F0502020204030204" pitchFamily="34" charset="0"/>
                <a:cs typeface="Calibri" panose="020F0502020204030204" pitchFamily="34" charset="0"/>
              </a:rPr>
              <a:t>OBERLÉ</a:t>
            </a:r>
            <a:endParaRPr lang="fr-FR" sz="9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23" name="Image 22">
            <a:extLst>
              <a:ext uri="{FF2B5EF4-FFF2-40B4-BE49-F238E27FC236}">
                <a16:creationId xmlns:a16="http://schemas.microsoft.com/office/drawing/2014/main" id="{FF4C3629-D88B-782A-F4B8-02DF3547EA9B}"/>
              </a:ext>
            </a:extLst>
          </p:cNvPr>
          <p:cNvPicPr>
            <a:picLocks noChangeAspect="1"/>
          </p:cNvPicPr>
          <p:nvPr/>
        </p:nvPicPr>
        <p:blipFill>
          <a:blip r:embed="rId2"/>
          <a:stretch>
            <a:fillRect/>
          </a:stretch>
        </p:blipFill>
        <p:spPr>
          <a:xfrm>
            <a:off x="0" y="270534"/>
            <a:ext cx="12192000" cy="755538"/>
          </a:xfrm>
          <a:prstGeom prst="rect">
            <a:avLst/>
          </a:prstGeom>
        </p:spPr>
      </p:pic>
    </p:spTree>
    <p:extLst>
      <p:ext uri="{BB962C8B-B14F-4D97-AF65-F5344CB8AC3E}">
        <p14:creationId xmlns:p14="http://schemas.microsoft.com/office/powerpoint/2010/main" val="22770096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1A640-83E8-FD95-7867-537BD1BB84F6}"/>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1051C383-DFFF-F763-32FC-3F760EB2840D}"/>
              </a:ext>
            </a:extLst>
          </p:cNvPr>
          <p:cNvPicPr>
            <a:picLocks noChangeAspect="1"/>
          </p:cNvPicPr>
          <p:nvPr/>
        </p:nvPicPr>
        <p:blipFill>
          <a:blip r:embed="rId3"/>
          <a:stretch>
            <a:fillRect/>
          </a:stretch>
        </p:blipFill>
        <p:spPr>
          <a:xfrm>
            <a:off x="346860" y="1323681"/>
            <a:ext cx="11498280" cy="4210638"/>
          </a:xfrm>
          <a:prstGeom prst="rect">
            <a:avLst/>
          </a:prstGeom>
        </p:spPr>
      </p:pic>
      <p:sp>
        <p:nvSpPr>
          <p:cNvPr id="4" name="ZoneTexte 3">
            <a:extLst>
              <a:ext uri="{FF2B5EF4-FFF2-40B4-BE49-F238E27FC236}">
                <a16:creationId xmlns:a16="http://schemas.microsoft.com/office/drawing/2014/main" id="{7DF2E1F3-B3AE-BF47-9A1F-3B7784F66942}"/>
              </a:ext>
            </a:extLst>
          </p:cNvPr>
          <p:cNvSpPr txBox="1"/>
          <p:nvPr/>
        </p:nvSpPr>
        <p:spPr>
          <a:xfrm>
            <a:off x="539014" y="2612135"/>
            <a:ext cx="346510" cy="215444"/>
          </a:xfrm>
          <a:prstGeom prst="rect">
            <a:avLst/>
          </a:prstGeom>
          <a:solidFill>
            <a:srgbClr val="00B050"/>
          </a:solidFill>
        </p:spPr>
        <p:txBody>
          <a:bodyPr wrap="square" rtlCol="0">
            <a:spAutoFit/>
          </a:bodyPr>
          <a:lstStyle/>
          <a:p>
            <a:r>
              <a:rPr lang="fr-FR" sz="800" dirty="0">
                <a:solidFill>
                  <a:schemeClr val="bg1"/>
                </a:solidFill>
              </a:rPr>
              <a:t>100</a:t>
            </a:r>
          </a:p>
        </p:txBody>
      </p:sp>
      <p:sp>
        <p:nvSpPr>
          <p:cNvPr id="5" name="ZoneTexte 4">
            <a:extLst>
              <a:ext uri="{FF2B5EF4-FFF2-40B4-BE49-F238E27FC236}">
                <a16:creationId xmlns:a16="http://schemas.microsoft.com/office/drawing/2014/main" id="{1D0CDEB6-3E1A-50F6-462E-9B8CE629A323}"/>
              </a:ext>
            </a:extLst>
          </p:cNvPr>
          <p:cNvSpPr txBox="1"/>
          <p:nvPr/>
        </p:nvSpPr>
        <p:spPr>
          <a:xfrm>
            <a:off x="3357611" y="2612135"/>
            <a:ext cx="346510" cy="215444"/>
          </a:xfrm>
          <a:prstGeom prst="rect">
            <a:avLst/>
          </a:prstGeom>
          <a:solidFill>
            <a:srgbClr val="00B050"/>
          </a:solidFill>
        </p:spPr>
        <p:txBody>
          <a:bodyPr wrap="square" rtlCol="0">
            <a:spAutoFit/>
          </a:bodyPr>
          <a:lstStyle/>
          <a:p>
            <a:r>
              <a:rPr lang="fr-FR" sz="800" dirty="0">
                <a:solidFill>
                  <a:schemeClr val="bg1"/>
                </a:solidFill>
              </a:rPr>
              <a:t>92</a:t>
            </a:r>
          </a:p>
        </p:txBody>
      </p:sp>
      <p:sp>
        <p:nvSpPr>
          <p:cNvPr id="6" name="ZoneTexte 5">
            <a:extLst>
              <a:ext uri="{FF2B5EF4-FFF2-40B4-BE49-F238E27FC236}">
                <a16:creationId xmlns:a16="http://schemas.microsoft.com/office/drawing/2014/main" id="{1E6115BD-524B-1291-C270-DE328133C61D}"/>
              </a:ext>
            </a:extLst>
          </p:cNvPr>
          <p:cNvSpPr txBox="1"/>
          <p:nvPr/>
        </p:nvSpPr>
        <p:spPr>
          <a:xfrm>
            <a:off x="6160969" y="2612135"/>
            <a:ext cx="346510" cy="215444"/>
          </a:xfrm>
          <a:prstGeom prst="rect">
            <a:avLst/>
          </a:prstGeom>
          <a:solidFill>
            <a:srgbClr val="FFC000"/>
          </a:solidFill>
        </p:spPr>
        <p:txBody>
          <a:bodyPr wrap="square" rtlCol="0">
            <a:spAutoFit/>
          </a:bodyPr>
          <a:lstStyle/>
          <a:p>
            <a:r>
              <a:rPr lang="fr-FR" sz="800" dirty="0">
                <a:solidFill>
                  <a:schemeClr val="bg1"/>
                </a:solidFill>
              </a:rPr>
              <a:t>85</a:t>
            </a:r>
          </a:p>
        </p:txBody>
      </p:sp>
      <p:sp>
        <p:nvSpPr>
          <p:cNvPr id="7" name="ZoneTexte 6">
            <a:extLst>
              <a:ext uri="{FF2B5EF4-FFF2-40B4-BE49-F238E27FC236}">
                <a16:creationId xmlns:a16="http://schemas.microsoft.com/office/drawing/2014/main" id="{08212314-7A34-33FC-4F4C-E7900CEA502A}"/>
              </a:ext>
            </a:extLst>
          </p:cNvPr>
          <p:cNvSpPr txBox="1"/>
          <p:nvPr/>
        </p:nvSpPr>
        <p:spPr>
          <a:xfrm>
            <a:off x="9079832" y="2612135"/>
            <a:ext cx="346510" cy="215444"/>
          </a:xfrm>
          <a:prstGeom prst="rect">
            <a:avLst/>
          </a:prstGeom>
          <a:solidFill>
            <a:srgbClr val="FF0000"/>
          </a:solidFill>
        </p:spPr>
        <p:txBody>
          <a:bodyPr wrap="square" rtlCol="0">
            <a:spAutoFit/>
          </a:bodyPr>
          <a:lstStyle/>
          <a:p>
            <a:r>
              <a:rPr lang="fr-FR" sz="800" dirty="0">
                <a:solidFill>
                  <a:schemeClr val="bg1"/>
                </a:solidFill>
              </a:rPr>
              <a:t>42</a:t>
            </a:r>
          </a:p>
        </p:txBody>
      </p:sp>
    </p:spTree>
    <p:extLst>
      <p:ext uri="{BB962C8B-B14F-4D97-AF65-F5344CB8AC3E}">
        <p14:creationId xmlns:p14="http://schemas.microsoft.com/office/powerpoint/2010/main" val="41507280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BAA18-C9AC-12F2-6C76-1FFFC283DA48}"/>
            </a:ext>
          </a:extLst>
        </p:cNvPr>
        <p:cNvGrpSpPr/>
        <p:nvPr/>
      </p:nvGrpSpPr>
      <p:grpSpPr>
        <a:xfrm>
          <a:off x="0" y="0"/>
          <a:ext cx="0" cy="0"/>
          <a:chOff x="0" y="0"/>
          <a:chExt cx="0" cy="0"/>
        </a:xfrm>
      </p:grpSpPr>
      <p:pic>
        <p:nvPicPr>
          <p:cNvPr id="3" name="Image 2">
            <a:extLst>
              <a:ext uri="{FF2B5EF4-FFF2-40B4-BE49-F238E27FC236}">
                <a16:creationId xmlns:a16="http://schemas.microsoft.com/office/drawing/2014/main" id="{28AB2799-1043-3BF2-AB3D-7C9E4BCC0936}"/>
              </a:ext>
            </a:extLst>
          </p:cNvPr>
          <p:cNvPicPr>
            <a:picLocks noChangeAspect="1"/>
          </p:cNvPicPr>
          <p:nvPr/>
        </p:nvPicPr>
        <p:blipFill>
          <a:blip r:embed="rId3"/>
          <a:stretch>
            <a:fillRect/>
          </a:stretch>
        </p:blipFill>
        <p:spPr>
          <a:xfrm>
            <a:off x="176556" y="75501"/>
            <a:ext cx="5010249" cy="6858000"/>
          </a:xfrm>
          <a:prstGeom prst="rect">
            <a:avLst/>
          </a:prstGeom>
        </p:spPr>
      </p:pic>
      <p:sp>
        <p:nvSpPr>
          <p:cNvPr id="5" name="ZoneTexte 4">
            <a:extLst>
              <a:ext uri="{FF2B5EF4-FFF2-40B4-BE49-F238E27FC236}">
                <a16:creationId xmlns:a16="http://schemas.microsoft.com/office/drawing/2014/main" id="{70C44FFE-4C80-4A73-B665-94A4EB4BB9CF}"/>
              </a:ext>
            </a:extLst>
          </p:cNvPr>
          <p:cNvSpPr txBox="1"/>
          <p:nvPr/>
        </p:nvSpPr>
        <p:spPr>
          <a:xfrm>
            <a:off x="1857719" y="4057158"/>
            <a:ext cx="631507" cy="246221"/>
          </a:xfrm>
          <a:prstGeom prst="rect">
            <a:avLst/>
          </a:prstGeom>
          <a:noFill/>
        </p:spPr>
        <p:txBody>
          <a:bodyPr wrap="square">
            <a:spAutoFit/>
          </a:bodyPr>
          <a:lstStyle/>
          <a:p>
            <a:pPr algn="l">
              <a:buNone/>
            </a:pPr>
            <a:r>
              <a:rPr lang="fr-FR" sz="1000" b="0" i="0" u="sng" dirty="0">
                <a:solidFill>
                  <a:srgbClr val="666666"/>
                </a:solidFill>
                <a:effectLst/>
                <a:latin typeface="Courier New" panose="02070309020205020404" pitchFamily="49" charset="0"/>
              </a:rPr>
              <a:t>10006</a:t>
            </a:r>
            <a:endParaRPr lang="fr-FR" sz="1000" dirty="0"/>
          </a:p>
        </p:txBody>
      </p:sp>
      <p:sp>
        <p:nvSpPr>
          <p:cNvPr id="6" name="ZoneTexte 5">
            <a:extLst>
              <a:ext uri="{FF2B5EF4-FFF2-40B4-BE49-F238E27FC236}">
                <a16:creationId xmlns:a16="http://schemas.microsoft.com/office/drawing/2014/main" id="{3919AA5B-AC55-183D-FA09-106889A74394}"/>
              </a:ext>
            </a:extLst>
          </p:cNvPr>
          <p:cNvSpPr txBox="1"/>
          <p:nvPr/>
        </p:nvSpPr>
        <p:spPr>
          <a:xfrm>
            <a:off x="1844434" y="966386"/>
            <a:ext cx="631507" cy="246221"/>
          </a:xfrm>
          <a:prstGeom prst="rect">
            <a:avLst/>
          </a:prstGeom>
          <a:noFill/>
        </p:spPr>
        <p:txBody>
          <a:bodyPr wrap="square">
            <a:spAutoFit/>
          </a:bodyPr>
          <a:lstStyle/>
          <a:p>
            <a:pPr algn="l">
              <a:buNone/>
            </a:pPr>
            <a:r>
              <a:rPr lang="fr-FR" sz="1000" b="0" i="0" u="sng" dirty="0">
                <a:solidFill>
                  <a:srgbClr val="666666"/>
                </a:solidFill>
                <a:effectLst/>
                <a:latin typeface="Courier New" panose="02070309020205020404" pitchFamily="49" charset="0"/>
              </a:rPr>
              <a:t>10003</a:t>
            </a:r>
            <a:endParaRPr lang="fr-FR" sz="1000" dirty="0"/>
          </a:p>
        </p:txBody>
      </p:sp>
      <p:sp>
        <p:nvSpPr>
          <p:cNvPr id="7" name="ZoneTexte 6">
            <a:extLst>
              <a:ext uri="{FF2B5EF4-FFF2-40B4-BE49-F238E27FC236}">
                <a16:creationId xmlns:a16="http://schemas.microsoft.com/office/drawing/2014/main" id="{BAA8B954-F7C1-A003-CCFB-CE06C2F05DA2}"/>
              </a:ext>
            </a:extLst>
          </p:cNvPr>
          <p:cNvSpPr txBox="1"/>
          <p:nvPr/>
        </p:nvSpPr>
        <p:spPr>
          <a:xfrm>
            <a:off x="4143819" y="1149563"/>
            <a:ext cx="631507" cy="246221"/>
          </a:xfrm>
          <a:prstGeom prst="rect">
            <a:avLst/>
          </a:prstGeom>
          <a:noFill/>
        </p:spPr>
        <p:txBody>
          <a:bodyPr wrap="square">
            <a:spAutoFit/>
          </a:bodyPr>
          <a:lstStyle/>
          <a:p>
            <a:pPr algn="l">
              <a:buNone/>
            </a:pPr>
            <a:r>
              <a:rPr lang="fr-FR" sz="1000" b="0" i="0" u="sng" dirty="0">
                <a:solidFill>
                  <a:srgbClr val="666666"/>
                </a:solidFill>
                <a:effectLst/>
                <a:latin typeface="Courier New" panose="02070309020205020404" pitchFamily="49" charset="0"/>
              </a:rPr>
              <a:t>10004</a:t>
            </a:r>
            <a:endParaRPr lang="fr-FR" sz="1000" dirty="0"/>
          </a:p>
        </p:txBody>
      </p:sp>
      <p:sp>
        <p:nvSpPr>
          <p:cNvPr id="8" name="ZoneTexte 7">
            <a:extLst>
              <a:ext uri="{FF2B5EF4-FFF2-40B4-BE49-F238E27FC236}">
                <a16:creationId xmlns:a16="http://schemas.microsoft.com/office/drawing/2014/main" id="{837A0A9A-8A7B-FDA9-E679-B392835DB0AD}"/>
              </a:ext>
            </a:extLst>
          </p:cNvPr>
          <p:cNvSpPr txBox="1"/>
          <p:nvPr/>
        </p:nvSpPr>
        <p:spPr>
          <a:xfrm>
            <a:off x="4143818" y="4057158"/>
            <a:ext cx="631507" cy="246221"/>
          </a:xfrm>
          <a:prstGeom prst="rect">
            <a:avLst/>
          </a:prstGeom>
          <a:noFill/>
        </p:spPr>
        <p:txBody>
          <a:bodyPr wrap="square">
            <a:spAutoFit/>
          </a:bodyPr>
          <a:lstStyle/>
          <a:p>
            <a:pPr algn="l">
              <a:buNone/>
            </a:pPr>
            <a:r>
              <a:rPr lang="fr-FR" sz="1000" b="0" i="0" u="sng" dirty="0">
                <a:solidFill>
                  <a:srgbClr val="666666"/>
                </a:solidFill>
                <a:effectLst/>
                <a:latin typeface="Courier New" panose="02070309020205020404" pitchFamily="49" charset="0"/>
              </a:rPr>
              <a:t>100</a:t>
            </a:r>
            <a:r>
              <a:rPr lang="fr-FR" sz="1000" u="sng" dirty="0">
                <a:solidFill>
                  <a:srgbClr val="666666"/>
                </a:solidFill>
                <a:latin typeface="Courier New" panose="02070309020205020404" pitchFamily="49" charset="0"/>
              </a:rPr>
              <a:t>14</a:t>
            </a:r>
            <a:endParaRPr lang="fr-FR" sz="1000" dirty="0"/>
          </a:p>
        </p:txBody>
      </p:sp>
      <p:pic>
        <p:nvPicPr>
          <p:cNvPr id="9" name="Image 8">
            <a:extLst>
              <a:ext uri="{FF2B5EF4-FFF2-40B4-BE49-F238E27FC236}">
                <a16:creationId xmlns:a16="http://schemas.microsoft.com/office/drawing/2014/main" id="{D2399872-E93C-B564-D560-A88B91F71CB9}"/>
              </a:ext>
            </a:extLst>
          </p:cNvPr>
          <p:cNvPicPr>
            <a:picLocks noChangeAspect="1"/>
          </p:cNvPicPr>
          <p:nvPr/>
        </p:nvPicPr>
        <p:blipFill>
          <a:blip r:embed="rId3"/>
          <a:stretch>
            <a:fillRect/>
          </a:stretch>
        </p:blipFill>
        <p:spPr>
          <a:xfrm>
            <a:off x="5530131" y="75501"/>
            <a:ext cx="5010249" cy="6858000"/>
          </a:xfrm>
          <a:prstGeom prst="rect">
            <a:avLst/>
          </a:prstGeom>
        </p:spPr>
      </p:pic>
      <p:sp>
        <p:nvSpPr>
          <p:cNvPr id="10" name="ZoneTexte 9">
            <a:extLst>
              <a:ext uri="{FF2B5EF4-FFF2-40B4-BE49-F238E27FC236}">
                <a16:creationId xmlns:a16="http://schemas.microsoft.com/office/drawing/2014/main" id="{7CED37C3-6B2C-1CE6-FD43-7012017540E6}"/>
              </a:ext>
            </a:extLst>
          </p:cNvPr>
          <p:cNvSpPr txBox="1"/>
          <p:nvPr/>
        </p:nvSpPr>
        <p:spPr>
          <a:xfrm>
            <a:off x="7211294" y="4057158"/>
            <a:ext cx="631507" cy="246221"/>
          </a:xfrm>
          <a:prstGeom prst="rect">
            <a:avLst/>
          </a:prstGeom>
          <a:noFill/>
        </p:spPr>
        <p:txBody>
          <a:bodyPr wrap="square">
            <a:spAutoFit/>
          </a:bodyPr>
          <a:lstStyle/>
          <a:p>
            <a:pPr algn="l">
              <a:buNone/>
            </a:pPr>
            <a:r>
              <a:rPr lang="fr-FR" sz="1000" b="0" i="0" u="sng" dirty="0">
                <a:solidFill>
                  <a:srgbClr val="666666"/>
                </a:solidFill>
                <a:effectLst/>
                <a:latin typeface="Courier New" panose="02070309020205020404" pitchFamily="49" charset="0"/>
              </a:rPr>
              <a:t>10006</a:t>
            </a:r>
            <a:endParaRPr lang="fr-FR" sz="1000" dirty="0"/>
          </a:p>
        </p:txBody>
      </p:sp>
      <p:sp>
        <p:nvSpPr>
          <p:cNvPr id="11" name="ZoneTexte 10">
            <a:extLst>
              <a:ext uri="{FF2B5EF4-FFF2-40B4-BE49-F238E27FC236}">
                <a16:creationId xmlns:a16="http://schemas.microsoft.com/office/drawing/2014/main" id="{030E8116-1094-0805-4E42-EBA3F78A18CD}"/>
              </a:ext>
            </a:extLst>
          </p:cNvPr>
          <p:cNvSpPr txBox="1"/>
          <p:nvPr/>
        </p:nvSpPr>
        <p:spPr>
          <a:xfrm>
            <a:off x="7198009" y="966386"/>
            <a:ext cx="631507" cy="246221"/>
          </a:xfrm>
          <a:prstGeom prst="rect">
            <a:avLst/>
          </a:prstGeom>
          <a:noFill/>
        </p:spPr>
        <p:txBody>
          <a:bodyPr wrap="square">
            <a:spAutoFit/>
          </a:bodyPr>
          <a:lstStyle/>
          <a:p>
            <a:pPr algn="l">
              <a:buNone/>
            </a:pPr>
            <a:r>
              <a:rPr lang="fr-FR" sz="1000" b="0" i="0" u="sng" dirty="0">
                <a:solidFill>
                  <a:srgbClr val="666666"/>
                </a:solidFill>
                <a:effectLst/>
                <a:latin typeface="Courier New" panose="02070309020205020404" pitchFamily="49" charset="0"/>
              </a:rPr>
              <a:t>10003</a:t>
            </a:r>
            <a:endParaRPr lang="fr-FR" sz="1000" dirty="0"/>
          </a:p>
        </p:txBody>
      </p:sp>
      <p:sp>
        <p:nvSpPr>
          <p:cNvPr id="12" name="ZoneTexte 11">
            <a:extLst>
              <a:ext uri="{FF2B5EF4-FFF2-40B4-BE49-F238E27FC236}">
                <a16:creationId xmlns:a16="http://schemas.microsoft.com/office/drawing/2014/main" id="{E7C172B7-3AB6-A867-B2FB-C1522BB06085}"/>
              </a:ext>
            </a:extLst>
          </p:cNvPr>
          <p:cNvSpPr txBox="1"/>
          <p:nvPr/>
        </p:nvSpPr>
        <p:spPr>
          <a:xfrm>
            <a:off x="9497394" y="1149563"/>
            <a:ext cx="631507" cy="246221"/>
          </a:xfrm>
          <a:prstGeom prst="rect">
            <a:avLst/>
          </a:prstGeom>
          <a:noFill/>
        </p:spPr>
        <p:txBody>
          <a:bodyPr wrap="square">
            <a:spAutoFit/>
          </a:bodyPr>
          <a:lstStyle/>
          <a:p>
            <a:pPr algn="l">
              <a:buNone/>
            </a:pPr>
            <a:r>
              <a:rPr lang="fr-FR" sz="1000" b="0" i="0" u="sng" dirty="0">
                <a:solidFill>
                  <a:srgbClr val="666666"/>
                </a:solidFill>
                <a:effectLst/>
                <a:latin typeface="Courier New" panose="02070309020205020404" pitchFamily="49" charset="0"/>
              </a:rPr>
              <a:t>10004</a:t>
            </a:r>
            <a:endParaRPr lang="fr-FR" sz="1000" dirty="0"/>
          </a:p>
        </p:txBody>
      </p:sp>
      <p:sp>
        <p:nvSpPr>
          <p:cNvPr id="13" name="ZoneTexte 12">
            <a:extLst>
              <a:ext uri="{FF2B5EF4-FFF2-40B4-BE49-F238E27FC236}">
                <a16:creationId xmlns:a16="http://schemas.microsoft.com/office/drawing/2014/main" id="{B2704B0D-F6C8-59E0-7061-577802AB4497}"/>
              </a:ext>
            </a:extLst>
          </p:cNvPr>
          <p:cNvSpPr txBox="1"/>
          <p:nvPr/>
        </p:nvSpPr>
        <p:spPr>
          <a:xfrm>
            <a:off x="9497393" y="4057158"/>
            <a:ext cx="631507" cy="246221"/>
          </a:xfrm>
          <a:prstGeom prst="rect">
            <a:avLst/>
          </a:prstGeom>
          <a:noFill/>
        </p:spPr>
        <p:txBody>
          <a:bodyPr wrap="square">
            <a:spAutoFit/>
          </a:bodyPr>
          <a:lstStyle/>
          <a:p>
            <a:pPr algn="l">
              <a:buNone/>
            </a:pPr>
            <a:r>
              <a:rPr lang="fr-FR" sz="1000" b="0" i="0" u="sng" dirty="0">
                <a:solidFill>
                  <a:srgbClr val="666666"/>
                </a:solidFill>
                <a:effectLst/>
                <a:latin typeface="Courier New" panose="02070309020205020404" pitchFamily="49" charset="0"/>
              </a:rPr>
              <a:t>100</a:t>
            </a:r>
            <a:r>
              <a:rPr lang="fr-FR" sz="1000" u="sng" dirty="0">
                <a:solidFill>
                  <a:srgbClr val="666666"/>
                </a:solidFill>
                <a:latin typeface="Courier New" panose="02070309020205020404" pitchFamily="49" charset="0"/>
              </a:rPr>
              <a:t>14</a:t>
            </a:r>
            <a:endParaRPr lang="fr-FR" sz="1000" dirty="0"/>
          </a:p>
        </p:txBody>
      </p:sp>
      <p:pic>
        <p:nvPicPr>
          <p:cNvPr id="1026" name="Picture 2" descr="Modifier l&amp;#39;icône Illustration vectorielle 425405 Art vectoriel chez  Vecteezy">
            <a:extLst>
              <a:ext uri="{FF2B5EF4-FFF2-40B4-BE49-F238E27FC236}">
                <a16:creationId xmlns:a16="http://schemas.microsoft.com/office/drawing/2014/main" id="{84C4FF6A-4D1B-36F9-B9CA-9C4D820A38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8122" y="4246963"/>
            <a:ext cx="667819" cy="667819"/>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Modifier l&amp;#39;icône Illustration vectorielle 425405 Art vectoriel chez  Vecteezy">
            <a:extLst>
              <a:ext uri="{FF2B5EF4-FFF2-40B4-BE49-F238E27FC236}">
                <a16:creationId xmlns:a16="http://schemas.microsoft.com/office/drawing/2014/main" id="{B58B9B6D-B970-79E7-C783-82CF4C2B8C7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50536" y="1272673"/>
            <a:ext cx="667819" cy="667819"/>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Modifier l&amp;#39;icône Illustration vectorielle 425405 Art vectoriel chez  Vecteezy">
            <a:extLst>
              <a:ext uri="{FF2B5EF4-FFF2-40B4-BE49-F238E27FC236}">
                <a16:creationId xmlns:a16="http://schemas.microsoft.com/office/drawing/2014/main" id="{4F3DEF3D-C380-C192-FC8F-F707CDB3EC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7719" y="1275400"/>
            <a:ext cx="667819" cy="667819"/>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Modifier l&amp;#39;icône Illustration vectorielle 425405 Art vectoriel chez  Vecteezy">
            <a:extLst>
              <a:ext uri="{FF2B5EF4-FFF2-40B4-BE49-F238E27FC236}">
                <a16:creationId xmlns:a16="http://schemas.microsoft.com/office/drawing/2014/main" id="{13B18B2A-C75E-DC86-88BD-3AC3A1D8C3D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21730" y="4183480"/>
            <a:ext cx="667819" cy="6678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02362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C1CFB-A29C-8542-AFF2-79EF21979FE1}"/>
            </a:ext>
          </a:extLst>
        </p:cNvPr>
        <p:cNvGrpSpPr/>
        <p:nvPr/>
      </p:nvGrpSpPr>
      <p:grpSpPr>
        <a:xfrm>
          <a:off x="0" y="0"/>
          <a:ext cx="0" cy="0"/>
          <a:chOff x="0" y="0"/>
          <a:chExt cx="0" cy="0"/>
        </a:xfrm>
      </p:grpSpPr>
    </p:spTree>
    <p:extLst>
      <p:ext uri="{BB962C8B-B14F-4D97-AF65-F5344CB8AC3E}">
        <p14:creationId xmlns:p14="http://schemas.microsoft.com/office/powerpoint/2010/main" val="9086927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25EB7-4F2E-80AE-B08A-9C634D2E93BE}"/>
            </a:ext>
          </a:extLst>
        </p:cNvPr>
        <p:cNvGrpSpPr/>
        <p:nvPr/>
      </p:nvGrpSpPr>
      <p:grpSpPr>
        <a:xfrm>
          <a:off x="0" y="0"/>
          <a:ext cx="0" cy="0"/>
          <a:chOff x="0" y="0"/>
          <a:chExt cx="0" cy="0"/>
        </a:xfrm>
      </p:grpSpPr>
    </p:spTree>
    <p:extLst>
      <p:ext uri="{BB962C8B-B14F-4D97-AF65-F5344CB8AC3E}">
        <p14:creationId xmlns:p14="http://schemas.microsoft.com/office/powerpoint/2010/main" val="12626188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00437-717A-8201-C497-C29E195B1B1C}"/>
            </a:ext>
          </a:extLst>
        </p:cNvPr>
        <p:cNvGrpSpPr/>
        <p:nvPr/>
      </p:nvGrpSpPr>
      <p:grpSpPr>
        <a:xfrm>
          <a:off x="0" y="0"/>
          <a:ext cx="0" cy="0"/>
          <a:chOff x="0" y="0"/>
          <a:chExt cx="0" cy="0"/>
        </a:xfrm>
      </p:grpSpPr>
    </p:spTree>
    <p:extLst>
      <p:ext uri="{BB962C8B-B14F-4D97-AF65-F5344CB8AC3E}">
        <p14:creationId xmlns:p14="http://schemas.microsoft.com/office/powerpoint/2010/main" val="34715845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2D0A4-91A0-0AFA-F7AC-8510EF305288}"/>
            </a:ext>
          </a:extLst>
        </p:cNvPr>
        <p:cNvGrpSpPr/>
        <p:nvPr/>
      </p:nvGrpSpPr>
      <p:grpSpPr>
        <a:xfrm>
          <a:off x="0" y="0"/>
          <a:ext cx="0" cy="0"/>
          <a:chOff x="0" y="0"/>
          <a:chExt cx="0" cy="0"/>
        </a:xfrm>
      </p:grpSpPr>
    </p:spTree>
    <p:extLst>
      <p:ext uri="{BB962C8B-B14F-4D97-AF65-F5344CB8AC3E}">
        <p14:creationId xmlns:p14="http://schemas.microsoft.com/office/powerpoint/2010/main" val="33005684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C83FE-5E8B-48B0-8EEF-2DCE921B53B1}"/>
            </a:ext>
          </a:extLst>
        </p:cNvPr>
        <p:cNvGrpSpPr/>
        <p:nvPr/>
      </p:nvGrpSpPr>
      <p:grpSpPr>
        <a:xfrm>
          <a:off x="0" y="0"/>
          <a:ext cx="0" cy="0"/>
          <a:chOff x="0" y="0"/>
          <a:chExt cx="0" cy="0"/>
        </a:xfrm>
      </p:grpSpPr>
    </p:spTree>
    <p:extLst>
      <p:ext uri="{BB962C8B-B14F-4D97-AF65-F5344CB8AC3E}">
        <p14:creationId xmlns:p14="http://schemas.microsoft.com/office/powerpoint/2010/main" val="16702028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166E8-6BB3-74DB-C066-56581F54EEAA}"/>
            </a:ext>
          </a:extLst>
        </p:cNvPr>
        <p:cNvGrpSpPr/>
        <p:nvPr/>
      </p:nvGrpSpPr>
      <p:grpSpPr>
        <a:xfrm>
          <a:off x="0" y="0"/>
          <a:ext cx="0" cy="0"/>
          <a:chOff x="0" y="0"/>
          <a:chExt cx="0" cy="0"/>
        </a:xfrm>
      </p:grpSpPr>
    </p:spTree>
    <p:extLst>
      <p:ext uri="{BB962C8B-B14F-4D97-AF65-F5344CB8AC3E}">
        <p14:creationId xmlns:p14="http://schemas.microsoft.com/office/powerpoint/2010/main" val="10044642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F44F1-5D17-D882-3A16-9D71B5E09F61}"/>
            </a:ext>
          </a:extLst>
        </p:cNvPr>
        <p:cNvGrpSpPr/>
        <p:nvPr/>
      </p:nvGrpSpPr>
      <p:grpSpPr>
        <a:xfrm>
          <a:off x="0" y="0"/>
          <a:ext cx="0" cy="0"/>
          <a:chOff x="0" y="0"/>
          <a:chExt cx="0" cy="0"/>
        </a:xfrm>
      </p:grpSpPr>
    </p:spTree>
    <p:extLst>
      <p:ext uri="{BB962C8B-B14F-4D97-AF65-F5344CB8AC3E}">
        <p14:creationId xmlns:p14="http://schemas.microsoft.com/office/powerpoint/2010/main" val="2476094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A5096-2B72-FF7D-ADE5-6471AD7DC335}"/>
            </a:ext>
          </a:extLst>
        </p:cNvPr>
        <p:cNvGrpSpPr/>
        <p:nvPr/>
      </p:nvGrpSpPr>
      <p:grpSpPr>
        <a:xfrm>
          <a:off x="0" y="0"/>
          <a:ext cx="0" cy="0"/>
          <a:chOff x="0" y="0"/>
          <a:chExt cx="0" cy="0"/>
        </a:xfrm>
      </p:grpSpPr>
    </p:spTree>
    <p:extLst>
      <p:ext uri="{BB962C8B-B14F-4D97-AF65-F5344CB8AC3E}">
        <p14:creationId xmlns:p14="http://schemas.microsoft.com/office/powerpoint/2010/main" val="4120366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07694C-5E41-E10A-CA7F-086E4581735C}"/>
            </a:ext>
          </a:extLst>
        </p:cNvPr>
        <p:cNvGrpSpPr/>
        <p:nvPr/>
      </p:nvGrpSpPr>
      <p:grpSpPr>
        <a:xfrm>
          <a:off x="0" y="0"/>
          <a:ext cx="0" cy="0"/>
          <a:chOff x="0" y="0"/>
          <a:chExt cx="0" cy="0"/>
        </a:xfrm>
      </p:grpSpPr>
    </p:spTree>
    <p:extLst>
      <p:ext uri="{BB962C8B-B14F-4D97-AF65-F5344CB8AC3E}">
        <p14:creationId xmlns:p14="http://schemas.microsoft.com/office/powerpoint/2010/main" val="294081640"/>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37313</TotalTime>
  <Words>800</Words>
  <Application>Microsoft Office PowerPoint</Application>
  <PresentationFormat>Grand écran</PresentationFormat>
  <Paragraphs>232</Paragraphs>
  <Slides>40</Slides>
  <Notes>6</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40</vt:i4>
      </vt:variant>
    </vt:vector>
  </HeadingPairs>
  <TitlesOfParts>
    <vt:vector size="46" baseType="lpstr">
      <vt:lpstr>-apple-system</vt:lpstr>
      <vt:lpstr>Arial</vt:lpstr>
      <vt:lpstr>Calibri</vt:lpstr>
      <vt:lpstr>Calibri Light</vt:lpstr>
      <vt:lpstr>Courier New</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Thierry OBERLÉ</dc:creator>
  <cp:lastModifiedBy>Thierry OBERLÉ</cp:lastModifiedBy>
  <cp:revision>27</cp:revision>
  <dcterms:created xsi:type="dcterms:W3CDTF">2025-10-16T08:59:17Z</dcterms:created>
  <dcterms:modified xsi:type="dcterms:W3CDTF">2026-03-03T18:19:38Z</dcterms:modified>
</cp:coreProperties>
</file>